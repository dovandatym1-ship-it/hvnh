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31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Arimo-regular.fntdata"/><Relationship Id="rId27" Type="http://schemas.openxmlformats.org/officeDocument/2006/relationships/font" Target="fonts/Arimo-bold.fntdata"/><Relationship Id="rId28" Type="http://schemas.openxmlformats.org/officeDocument/2006/relationships/font" Target="fonts/Arimo-italic.fntdata"/><Relationship Id="rId29" Type="http://schemas.openxmlformats.org/officeDocument/2006/relationships/font" Target="fonts/Arimo-boldItalic.fntdata"/><Relationship Id="rId30" Type="http://schemas.openxmlformats.org/officeDocument/2006/relationships/font" Target="fonts/BebasNeue-regular.fntdata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i="0" sz="12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b="b" l="l" r="r" t="t"/>
              <a:pathLst>
                <a:path extrusionOk="0" h="451840" w="845278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b="b" l="l" r="r" t="t"/>
              <a:pathLst>
                <a:path extrusionOk="0" h="481557" w="900871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Relationship Id="rId9" Type="http://schemas.openxmlformats.org/officeDocument/2006/relationships/image" Target="../media/image38.png"/><Relationship Id="rId10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INDUSTRIAL ENGINEERING</a:t>
            </a:r>
            <a:endParaRPr/>
          </a:p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THESIS DEFENSE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b="b" l="l" r="r" t="t"/>
              <a:pathLst>
                <a:path extrusionOk="0" h="458288" w="1176388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b="b" l="l" r="r" t="t"/>
            <a:pathLst>
              <a:path extrusionOk="0" h="1632243" w="1690647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b="b" l="l" r="r" t="t"/>
            <a:pathLst>
              <a:path extrusionOk="0" h="1518411" w="1572742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b="b" l="l" r="r" t="t"/>
              <a:pathLst>
                <a:path extrusionOk="0" h="1249094" w="2854186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b="b" l="l" r="r" t="t"/>
              <a:pathLst>
                <a:path extrusionOk="0" h="376912" w="1358201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b="b" l="l" r="r" t="t"/>
              <a:pathLst>
                <a:path extrusionOk="0" h="701828" w="1229194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b="b" l="l" r="r" t="t"/>
            <a:pathLst>
              <a:path extrusionOk="0" h="1791905" w="1856023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b="b" l="l" r="r" t="t"/>
              <a:pathLst>
                <a:path extrusionOk="0" h="361444" w="304608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b="b" l="l" r="r" t="t"/>
            <a:pathLst>
              <a:path extrusionOk="0" h="605402" w="1132555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