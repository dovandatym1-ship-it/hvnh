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e150a594314675" /><Relationship Type="http://schemas.openxmlformats.org/officeDocument/2006/relationships/extended-properties" Target="/docProps/app.xml" Id="Rf75f2eaa20e045a5" /><Relationship Type="http://schemas.openxmlformats.org/officeDocument/2006/relationships/officeDocument" Target="/ppt/presentation.xml" Id="Rb8b8a7c1182b47f8" /></Relationships>
</file>

<file path=ppt/presentation.xml><?xml version="1.0" encoding="utf-8"?>
<p:presentation xmlns:p="http://schemas.openxmlformats.org/presentationml/2006/main">
  <p:sldMasterIdLst>
    <p:sldMasterId xmlns:r="http://schemas.openxmlformats.org/officeDocument/2006/relationships" id="2147483648" r:id="Rb06014b444a94974"/>
  </p:sldMasterIdLst>
  <p:notesMasterIdLst>
    <p:notesMasterId xmlns:r="http://schemas.openxmlformats.org/officeDocument/2006/relationships" r:id="Rb3da8858a9e942e6"/>
  </p:notesMasterIdLst>
  <p:sldIdLst>
    <p:sldId xmlns:r="http://schemas.openxmlformats.org/officeDocument/2006/relationships" id="256" r:id="R9a811edb3f2242ee"/>
    <p:sldId xmlns:r="http://schemas.openxmlformats.org/officeDocument/2006/relationships" id="257" r:id="Rec87c8a9e6bb4a5c"/>
    <p:sldId xmlns:r="http://schemas.openxmlformats.org/officeDocument/2006/relationships" id="258" r:id="R7cb5f54c6e3f4691"/>
    <p:sldId xmlns:r="http://schemas.openxmlformats.org/officeDocument/2006/relationships" id="259" r:id="Rb038e3693a664862"/>
    <p:sldId xmlns:r="http://schemas.openxmlformats.org/officeDocument/2006/relationships" id="260" r:id="R0e96ac34320a43cb"/>
    <p:sldId xmlns:r="http://schemas.openxmlformats.org/officeDocument/2006/relationships" id="261" r:id="R60ca417bf653430b"/>
    <p:sldId xmlns:r="http://schemas.openxmlformats.org/officeDocument/2006/relationships" id="262" r:id="Rccbb5dda06a04a59"/>
    <p:sldId xmlns:r="http://schemas.openxmlformats.org/officeDocument/2006/relationships" id="263" r:id="Rd2c763d7ad9b4dab"/>
    <p:sldId xmlns:r="http://schemas.openxmlformats.org/officeDocument/2006/relationships" id="264" r:id="Ra71ec5b11a0d46fc"/>
    <p:sldId xmlns:r="http://schemas.openxmlformats.org/officeDocument/2006/relationships" id="265" r:id="Rba7d2820c4104d85"/>
    <p:sldId xmlns:r="http://schemas.openxmlformats.org/officeDocument/2006/relationships" id="266" r:id="R925aa0a53cbf4352"/>
    <p:sldId xmlns:r="http://schemas.openxmlformats.org/officeDocument/2006/relationships" id="267" r:id="Rdfef7d56c83445ca"/>
    <p:sldId xmlns:r="http://schemas.openxmlformats.org/officeDocument/2006/relationships" id="268" r:id="R50ed81e8cd5243b7"/>
    <p:sldId xmlns:r="http://schemas.openxmlformats.org/officeDocument/2006/relationships" id="269" r:id="R91330a642ea84f0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875ca0f9264fc4" /><Relationship Type="http://schemas.openxmlformats.org/officeDocument/2006/relationships/slideMaster" Target="/ppt/slideMasters/slideMaster1.xml" Id="Rb06014b444a94974" /><Relationship Type="http://schemas.openxmlformats.org/officeDocument/2006/relationships/notesMaster" Target="/ppt/notesMasters/notesMaster1.xml" Id="Rb3da8858a9e942e6" /><Relationship Type="http://schemas.openxmlformats.org/officeDocument/2006/relationships/presProps" Target="/ppt/presProps.xml" Id="R56e7ccad6a0d4caa" /><Relationship Type="http://schemas.openxmlformats.org/officeDocument/2006/relationships/tableStyles" Target="/ppt/tableStyles.xml" Id="R64350ef3d4b843a1" /><Relationship Type="http://schemas.openxmlformats.org/officeDocument/2006/relationships/slide" Target="/ppt/slides/slide1.xml" Id="R9a811edb3f2242ee" /><Relationship Type="http://schemas.openxmlformats.org/officeDocument/2006/relationships/slide" Target="/ppt/slides/slide2.xml" Id="Rec87c8a9e6bb4a5c" /><Relationship Type="http://schemas.openxmlformats.org/officeDocument/2006/relationships/slide" Target="/ppt/slides/slide3.xml" Id="R7cb5f54c6e3f4691" /><Relationship Type="http://schemas.openxmlformats.org/officeDocument/2006/relationships/slide" Target="/ppt/slides/slide4.xml" Id="Rb038e3693a664862" /><Relationship Type="http://schemas.openxmlformats.org/officeDocument/2006/relationships/slide" Target="/ppt/slides/slide5.xml" Id="R0e96ac34320a43cb" /><Relationship Type="http://schemas.openxmlformats.org/officeDocument/2006/relationships/slide" Target="/ppt/slides/slide6.xml" Id="R60ca417bf653430b" /><Relationship Type="http://schemas.openxmlformats.org/officeDocument/2006/relationships/slide" Target="/ppt/slides/slide7.xml" Id="Rccbb5dda06a04a59" /><Relationship Type="http://schemas.openxmlformats.org/officeDocument/2006/relationships/slide" Target="/ppt/slides/slide8.xml" Id="Rd2c763d7ad9b4dab" /><Relationship Type="http://schemas.openxmlformats.org/officeDocument/2006/relationships/slide" Target="/ppt/slides/slide9.xml" Id="Ra71ec5b11a0d46fc" /><Relationship Type="http://schemas.openxmlformats.org/officeDocument/2006/relationships/slide" Target="/ppt/slides/slide10.xml" Id="Rba7d2820c4104d85" /><Relationship Type="http://schemas.openxmlformats.org/officeDocument/2006/relationships/slide" Target="/ppt/slides/slide11.xml" Id="R925aa0a53cbf4352" /><Relationship Type="http://schemas.openxmlformats.org/officeDocument/2006/relationships/slide" Target="/ppt/slides/slide12.xml" Id="Rdfef7d56c83445ca" /><Relationship Type="http://schemas.openxmlformats.org/officeDocument/2006/relationships/slide" Target="/ppt/slides/slide13.xml" Id="R50ed81e8cd5243b7" /><Relationship Type="http://schemas.openxmlformats.org/officeDocument/2006/relationships/slide" Target="/ppt/slides/slide14.xml" Id="R91330a642ea84f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f8bf6a7f4c4f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3b526ce09f461a" /><Relationship Type="http://schemas.openxmlformats.org/officeDocument/2006/relationships/notesMaster" Target="/ppt/notesMasters/notesMaster1.xml" Id="R67f5a3afdd5f46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0a9795636645d3" /><Relationship Type="http://schemas.openxmlformats.org/officeDocument/2006/relationships/notesMaster" Target="/ppt/notesMasters/notesMaster1.xml" Id="R19205e486f4e49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1dd44142534267" /><Relationship Type="http://schemas.openxmlformats.org/officeDocument/2006/relationships/notesMaster" Target="/ppt/notesMasters/notesMaster1.xml" Id="Rd95970ea445b4c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b5903722444000" /><Relationship Type="http://schemas.openxmlformats.org/officeDocument/2006/relationships/notesMaster" Target="/ppt/notesMasters/notesMaster1.xml" Id="Re4957da370a04b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ca11b2b7374ceb" /><Relationship Type="http://schemas.openxmlformats.org/officeDocument/2006/relationships/notesMaster" Target="/ppt/notesMasters/notesMaster1.xml" Id="R4374241195c744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4d83f9487947bf" /><Relationship Type="http://schemas.openxmlformats.org/officeDocument/2006/relationships/notesMaster" Target="/ppt/notesMasters/notesMaster1.xml" Id="Rf6f19b0c206a4a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2ecce85cef4a4c" /><Relationship Type="http://schemas.openxmlformats.org/officeDocument/2006/relationships/notesMaster" Target="/ppt/notesMasters/notesMaster1.xml" Id="R9af03fc1aa954d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bb9825486d4cf7" /><Relationship Type="http://schemas.openxmlformats.org/officeDocument/2006/relationships/notesMaster" Target="/ppt/notesMasters/notesMaster1.xml" Id="Rf7933b3d03f540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cb30d450904719" /><Relationship Type="http://schemas.openxmlformats.org/officeDocument/2006/relationships/notesMaster" Target="/ppt/notesMasters/notesMaster1.xml" Id="R869d34b63dd24e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4a95e2dcbd4941" /><Relationship Type="http://schemas.openxmlformats.org/officeDocument/2006/relationships/notesMaster" Target="/ppt/notesMasters/notesMaster1.xml" Id="Rc7f427a27ae84f7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e0383ecb90443c" /><Relationship Type="http://schemas.openxmlformats.org/officeDocument/2006/relationships/notesMaster" Target="/ppt/notesMasters/notesMaster1.xml" Id="R6750068c7dcf422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c9b1a5dc754508" /><Relationship Type="http://schemas.openxmlformats.org/officeDocument/2006/relationships/notesMaster" Target="/ppt/notesMasters/notesMaster1.xml" Id="Rfbf56fe0de6c48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d99d198e7894859" /><Relationship Type="http://schemas.openxmlformats.org/officeDocument/2006/relationships/notesMaster" Target="/ppt/notesMasters/notesMaster1.xml" Id="Rcf609e838a2148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bf9e08a2b5e440b" /><Relationship Type="http://schemas.openxmlformats.org/officeDocument/2006/relationships/notesMaster" Target="/ppt/notesMasters/notesMaster1.xml" Id="Rb332f96327b942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d1fde2903b46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20d1c9ae9e4d84" /><Relationship Type="http://schemas.openxmlformats.org/officeDocument/2006/relationships/slideLayout" Target="/ppt/slideLayouts/slideLayout1.xml" Id="Ree0d3c3af03d49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0d3c3af03d49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9b326a69d9844c4" /><Relationship Type="http://schemas.openxmlformats.org/officeDocument/2006/relationships/notesSlide" Target="/ppt/notesSlides/notesSlide1.xml" Id="Rcb7d8009e3ac44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060e06156ab46d0" /><Relationship Type="http://schemas.openxmlformats.org/officeDocument/2006/relationships/notesSlide" Target="/ppt/notesSlides/notesSlide2.xml" Id="R06a530a815aa48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19d72f0f37749be" /><Relationship Type="http://schemas.openxmlformats.org/officeDocument/2006/relationships/image" Target="/ppt/media/image.png" Id="Rdbf721413dbe40ea" /><Relationship Type="http://schemas.openxmlformats.org/officeDocument/2006/relationships/notesSlide" Target="/ppt/notesSlides/notesSlide3.xml" Id="Rc2c18777c1bd4e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d01b03ac9b43d5" /><Relationship Type="http://schemas.openxmlformats.org/officeDocument/2006/relationships/image" Target="/ppt/media/image2.png" Id="Re4b3e762565544bd" /><Relationship Type="http://schemas.openxmlformats.org/officeDocument/2006/relationships/notesSlide" Target="/ppt/notesSlides/notesSlide4.xml" Id="Rcef3137c062340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561eca78844c5a" /><Relationship Type="http://schemas.openxmlformats.org/officeDocument/2006/relationships/image" Target="/ppt/media/image3.png" Id="R4c6faf47dd064132" /><Relationship Type="http://schemas.openxmlformats.org/officeDocument/2006/relationships/notesSlide" Target="/ppt/notesSlides/notesSlide5.xml" Id="Re075c1f410a2433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3e965a2aae34141" /><Relationship Type="http://schemas.openxmlformats.org/officeDocument/2006/relationships/image" Target="/ppt/media/image4.png" Id="R458e20a4490742f7" /><Relationship Type="http://schemas.openxmlformats.org/officeDocument/2006/relationships/notesSlide" Target="/ppt/notesSlides/notesSlide6.xml" Id="R2881a92ef59646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a4075680b004f2d" /><Relationship Type="http://schemas.openxmlformats.org/officeDocument/2006/relationships/image" Target="/ppt/media/image5.png" Id="R5126ad83329f4b1a" /><Relationship Type="http://schemas.openxmlformats.org/officeDocument/2006/relationships/notesSlide" Target="/ppt/notesSlides/notesSlide7.xml" Id="R9925871169944b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11b83e4015341be" /><Relationship Type="http://schemas.openxmlformats.org/officeDocument/2006/relationships/notesSlide" Target="/ppt/notesSlides/notesSlide8.xml" Id="Rd993fafed8a44d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3556526676e4ddf" /><Relationship Type="http://schemas.openxmlformats.org/officeDocument/2006/relationships/image" Target="/ppt/media/image6.png" Id="R27d6d9f5d037499b" /><Relationship Type="http://schemas.openxmlformats.org/officeDocument/2006/relationships/notesSlide" Target="/ppt/notesSlides/notesSlide9.xml" Id="R43d5e70c444945f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a87d65cb8464a18" /><Relationship Type="http://schemas.openxmlformats.org/officeDocument/2006/relationships/notesSlide" Target="/ppt/notesSlides/notesSlide10.xml" Id="R5f3c47fbe4574d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135609efb5d4de1" /><Relationship Type="http://schemas.openxmlformats.org/officeDocument/2006/relationships/image" Target="/ppt/media/image7.png" Id="R96231197256d4963" /><Relationship Type="http://schemas.openxmlformats.org/officeDocument/2006/relationships/notesSlide" Target="/ppt/notesSlides/notesSlide11.xml" Id="R9bfb901e130043d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4aaa6f2d9534d9f" /><Relationship Type="http://schemas.openxmlformats.org/officeDocument/2006/relationships/image" Target="/ppt/media/image8.png" Id="Ra8d443f431ab425a" /><Relationship Type="http://schemas.openxmlformats.org/officeDocument/2006/relationships/notesSlide" Target="/ppt/notesSlides/notesSlide12.xml" Id="Rcf1e1d6a032349d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c8abc9163a54128" /><Relationship Type="http://schemas.openxmlformats.org/officeDocument/2006/relationships/image" Target="/ppt/media/image9.png" Id="Rca8ec08801c54c2d" /><Relationship Type="http://schemas.openxmlformats.org/officeDocument/2006/relationships/notesSlide" Target="/ppt/notesSlides/notesSlide13.xml" Id="R3bd95b2169e9487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e059605f654441d" /><Relationship Type="http://schemas.openxmlformats.org/officeDocument/2006/relationships/notesSlide" Target="/ppt/notesSlides/notesSlide14.xml" Id="Rd22aa562a52f4b3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over-accent">
            <a:extLst xmlns:a="http://schemas.openxmlformats.org/drawingml/2006/main">
              <a:ext uri="{FF2B5EF4-FFF2-40B4-BE49-F238E27FC236}">
                <a16:creationId xmlns:a16="http://schemas.microsoft.com/office/drawing/2014/main" id="{1D0D5C19-67B8-483F-A23D-BEB758670373}"/>
              </a:ext>
            </a:extLst>
          </p:cNvPr>
          <p:cNvSpPr>
            <a:spLocks xmlns:a="http://schemas.openxmlformats.org/drawingml/2006/main" noGrp="1"/>
          </p:cNvSpPr>
          <p:nvPr/>
        </p:nvSpPr>
        <p:spPr>
          <a:xfrm xmlns:a="http://schemas.openxmlformats.org/drawingml/2006/main">
            <a:off x="400050" y="400050"/>
            <a:ext cx="95250" cy="5467350"/>
          </a:xfrm>
          <a:prstGeom xmlns:a="http://schemas.openxmlformats.org/drawingml/2006/main" prst="rect">
            <a:avLst/>
          </a:prstGeom>
          <a:solidFill xmlns:a="http://schemas.openxmlformats.org/drawingml/2006/main">
            <a:srgbClr val="B83A32"/>
          </a:solidFill>
        </p:spPr>
      </p:sp>
      <p:sp>
        <p:nvSpPr>
          <p:cNvPr id="2" name="cover-kicker">
            <a:extLst xmlns:a="http://schemas.openxmlformats.org/drawingml/2006/main">
              <a:ext uri="{FF2B5EF4-FFF2-40B4-BE49-F238E27FC236}">
                <a16:creationId xmlns:a16="http://schemas.microsoft.com/office/drawing/2014/main" id="{7B9A7ECC-7BC7-4D8C-8A44-5A39B84B68B9}"/>
              </a:ext>
            </a:extLst>
          </p:cNvPr>
          <p:cNvSpPr>
            <a:spLocks xmlns:a="http://schemas.openxmlformats.org/drawingml/2006/main" noGrp="1"/>
          </p:cNvSpPr>
          <p:nvPr/>
        </p:nvSpPr>
        <p:spPr>
          <a:xfrm xmlns:a="http://schemas.openxmlformats.org/drawingml/2006/main">
            <a:off x="781050" y="457200"/>
            <a:ext cx="6858000" cy="36195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B83A32"/>
                </a:solidFill>
                <a:latin typeface="Helvetica Neue"/>
                <a:ea typeface="Helvetica Neue"/>
                <a:cs typeface="Helvetica Neue"/>
              </a:defRPr>
            </a:pPr>
            <a:r>
              <a:t>PROJECT CUỐI KỲ  •  DATA STORYTELLING</a:t>
            </a:r>
          </a:p>
        </p:txBody>
      </p:sp>
      <p:sp>
        <p:nvSpPr>
          <p:cNvPr id="3" name="cover-title">
            <a:extLst xmlns:a="http://schemas.openxmlformats.org/drawingml/2006/main">
              <a:ext uri="{FF2B5EF4-FFF2-40B4-BE49-F238E27FC236}">
                <a16:creationId xmlns:a16="http://schemas.microsoft.com/office/drawing/2014/main" id="{F8F847E3-63A9-47D7-ADC3-69EF9231EAAF}"/>
              </a:ext>
            </a:extLst>
          </p:cNvPr>
          <p:cNvSpPr>
            <a:spLocks xmlns:a="http://schemas.openxmlformats.org/drawingml/2006/main" noGrp="1"/>
          </p:cNvSpPr>
          <p:nvPr/>
        </p:nvSpPr>
        <p:spPr>
          <a:xfrm xmlns:a="http://schemas.openxmlformats.org/drawingml/2006/main">
            <a:off x="781050" y="1600200"/>
            <a:ext cx="9620250" cy="2190750"/>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defRPr sz="4500" b="1">
                <a:solidFill>
                  <a:srgbClr val="000000"/>
                </a:solidFill>
                <a:latin typeface="Helvetica Neue"/>
                <a:ea typeface="Helvetica Neue"/>
                <a:cs typeface="Helvetica Neue"/>
              </a:defRPr>
            </a:pPr>
            <a:r>
              <a:t>Quản lý thay đổi thiết kế
để hạn chế chậm tiến độ</a:t>
            </a:r>
          </a:p>
        </p:txBody>
      </p:sp>
      <p:sp>
        <p:nvSpPr>
          <p:cNvPr id="4" name="cover-subtitle">
            <a:extLst xmlns:a="http://schemas.openxmlformats.org/drawingml/2006/main">
              <a:ext uri="{FF2B5EF4-FFF2-40B4-BE49-F238E27FC236}">
                <a16:creationId xmlns:a16="http://schemas.microsoft.com/office/drawing/2014/main" id="{A556618D-75C6-434A-8842-A8857F150619}"/>
              </a:ext>
            </a:extLst>
          </p:cNvPr>
          <p:cNvSpPr>
            <a:spLocks xmlns:a="http://schemas.openxmlformats.org/drawingml/2006/main" noGrp="1"/>
          </p:cNvSpPr>
          <p:nvPr/>
        </p:nvSpPr>
        <p:spPr>
          <a:xfrm xmlns:a="http://schemas.openxmlformats.org/drawingml/2006/main">
            <a:off x="781050" y="4591050"/>
            <a:ext cx="7905750" cy="51435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defRPr sz="1875">
                <a:solidFill>
                  <a:srgbClr val="23363D"/>
                </a:solidFill>
                <a:latin typeface="Helvetica Neue"/>
                <a:ea typeface="Helvetica Neue"/>
                <a:cs typeface="Helvetica Neue"/>
              </a:defRPr>
            </a:pPr>
            <a:r>
              <a:t>6.000 dự án  •  Insight trung tâm: thay đổi thiết kế</a:t>
            </a:r>
          </a:p>
        </p:txBody>
      </p:sp>
      <p:sp>
        <p:nvSpPr>
          <p:cNvPr id="5" name="cover-audience">
            <a:extLst xmlns:a="http://schemas.openxmlformats.org/drawingml/2006/main">
              <a:ext uri="{FF2B5EF4-FFF2-40B4-BE49-F238E27FC236}">
                <a16:creationId xmlns:a16="http://schemas.microsoft.com/office/drawing/2014/main" id="{986C39DF-AF83-42A8-A6A4-4A7C438B33A1}"/>
              </a:ext>
            </a:extLst>
          </p:cNvPr>
          <p:cNvSpPr>
            <a:spLocks xmlns:a="http://schemas.openxmlformats.org/drawingml/2006/main" noGrp="1"/>
          </p:cNvSpPr>
          <p:nvPr/>
        </p:nvSpPr>
        <p:spPr>
          <a:xfrm xmlns:a="http://schemas.openxmlformats.org/drawingml/2006/main">
            <a:off x="781050" y="5314950"/>
            <a:ext cx="6191250" cy="38100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defRPr sz="1425">
                <a:solidFill>
                  <a:srgbClr val="617178"/>
                </a:solidFill>
                <a:latin typeface="Helvetica Neue"/>
                <a:ea typeface="Helvetica Neue"/>
                <a:cs typeface="Helvetica Neue"/>
              </a:defRPr>
            </a:pPr>
            <a:r>
              <a:t>Đề xuất cho Trưởng Ban Quản lý dự án</a:t>
            </a:r>
          </a:p>
        </p:txBody>
      </p:sp>
      <p:sp>
        <p:nvSpPr>
          <p:cNvPr id="6" name="slide-number-1">
            <a:extLst xmlns:a="http://schemas.openxmlformats.org/drawingml/2006/main">
              <a:ext uri="{FF2B5EF4-FFF2-40B4-BE49-F238E27FC236}">
                <a16:creationId xmlns:a16="http://schemas.microsoft.com/office/drawing/2014/main" id="{3744AD27-CA6C-4EFA-B4E8-1ACA46A13FC2}"/>
              </a:ext>
            </a:extLst>
          </p:cNvPr>
          <p:cNvSpPr>
            <a:spLocks xmlns:a="http://schemas.openxmlformats.org/drawingml/2006/main" noGrp="1"/>
          </p:cNvSpPr>
          <p:nvPr/>
        </p:nvSpPr>
        <p:spPr>
          <a:xfrm xmlns:a="http://schemas.openxmlformats.org/drawingml/2006/main">
            <a:off x="10572750" y="6419850"/>
            <a:ext cx="1219200" cy="2095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r">
              <a:defRPr sz="975">
                <a:solidFill>
                  <a:srgbClr val="617178"/>
                </a:solidFill>
                <a:latin typeface="Helvetica Neue"/>
                <a:ea typeface="Helvetica Neue"/>
                <a:cs typeface="Helvetica Neue"/>
              </a:defRPr>
            </a:pPr>
            <a:r>
              <a:t>1</a:t>
            </a:r>
          </a:p>
        </p:txBody>
      </p:sp>
    </p:spTree>
    <p:extLst>
      <p:ext uri="{BB962C8B-B14F-4D97-AF65-F5344CB8AC3E}">
        <p14:creationId xmlns:p14="http://schemas.microsoft.com/office/powerpoint/2010/main" val="20754528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ook-kicker">
            <a:extLst xmlns:a="http://schemas.openxmlformats.org/drawingml/2006/main">
              <a:ext uri="{FF2B5EF4-FFF2-40B4-BE49-F238E27FC236}">
                <a16:creationId xmlns:a16="http://schemas.microsoft.com/office/drawing/2014/main" id="{68A85DF6-BEEE-4C24-A4C0-7905A3E0CD91}"/>
              </a:ext>
            </a:extLst>
          </p:cNvPr>
          <p:cNvSpPr>
            <a:spLocks xmlns:a="http://schemas.openxmlformats.org/drawingml/2006/main" noGrp="1"/>
          </p:cNvSpPr>
          <p:nvPr/>
        </p:nvSpPr>
        <p:spPr>
          <a:xfrm xmlns:a="http://schemas.openxmlformats.org/drawingml/2006/main">
            <a:off x="400050" y="400050"/>
            <a:ext cx="2667000" cy="333375"/>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B83A32"/>
                </a:solidFill>
                <a:latin typeface="Helvetica Neue"/>
                <a:ea typeface="Helvetica Neue"/>
                <a:cs typeface="Helvetica Neue"/>
              </a:defRPr>
            </a:pPr>
            <a:r>
              <a:t>ĐIỂM MỞ ĐẦU</a:t>
            </a:r>
          </a:p>
        </p:txBody>
      </p:sp>
      <p:sp>
        <p:nvSpPr>
          <p:cNvPr id="2" name="hook-question">
            <a:extLst xmlns:a="http://schemas.openxmlformats.org/drawingml/2006/main">
              <a:ext uri="{FF2B5EF4-FFF2-40B4-BE49-F238E27FC236}">
                <a16:creationId xmlns:a16="http://schemas.microsoft.com/office/drawing/2014/main" id="{180A7EF7-90B5-48EF-B589-C6AC883EB118}"/>
              </a:ext>
            </a:extLst>
          </p:cNvPr>
          <p:cNvSpPr>
            <a:spLocks xmlns:a="http://schemas.openxmlformats.org/drawingml/2006/main" noGrp="1"/>
          </p:cNvSpPr>
          <p:nvPr/>
        </p:nvSpPr>
        <p:spPr>
          <a:xfrm xmlns:a="http://schemas.openxmlformats.org/drawingml/2006/main">
            <a:off x="400050" y="1619250"/>
            <a:ext cx="10668000" cy="2476500"/>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defRPr sz="4350" b="1">
                <a:solidFill>
                  <a:srgbClr val="000000"/>
                </a:solidFill>
                <a:latin typeface="Helvetica Neue"/>
                <a:ea typeface="Helvetica Neue"/>
                <a:cs typeface="Helvetica Neue"/>
              </a:defRPr>
            </a:pPr>
            <a:r>
              <a:t>Một lần thay đổi trên bản vẽ
có thể làm lịch bàn giao chậm bao lâu?</a:t>
            </a:r>
          </a:p>
        </p:txBody>
      </p:sp>
      <p:sp>
        <p:nvSpPr>
          <p:cNvPr id="3" name="hook-rule">
            <a:extLst xmlns:a="http://schemas.openxmlformats.org/drawingml/2006/main">
              <a:ext uri="{FF2B5EF4-FFF2-40B4-BE49-F238E27FC236}">
                <a16:creationId xmlns:a16="http://schemas.microsoft.com/office/drawing/2014/main" id="{AE0B497B-B8C7-48FB-91A3-4E1C4A94DBC7}"/>
              </a:ext>
            </a:extLst>
          </p:cNvPr>
          <p:cNvSpPr>
            <a:spLocks xmlns:a="http://schemas.openxmlformats.org/drawingml/2006/main" noGrp="1"/>
          </p:cNvSpPr>
          <p:nvPr/>
        </p:nvSpPr>
        <p:spPr>
          <a:xfrm xmlns:a="http://schemas.openxmlformats.org/drawingml/2006/main">
            <a:off x="400050" y="4591050"/>
            <a:ext cx="4000500" cy="76200"/>
          </a:xfrm>
          <a:prstGeom xmlns:a="http://schemas.openxmlformats.org/drawingml/2006/main" prst="rect">
            <a:avLst/>
          </a:prstGeom>
          <a:solidFill xmlns:a="http://schemas.openxmlformats.org/drawingml/2006/main">
            <a:srgbClr val="B83A32"/>
          </a:solidFill>
        </p:spPr>
      </p:sp>
      <p:sp>
        <p:nvSpPr>
          <p:cNvPr id="4" name="hook-transition">
            <a:extLst xmlns:a="http://schemas.openxmlformats.org/drawingml/2006/main">
              <a:ext uri="{FF2B5EF4-FFF2-40B4-BE49-F238E27FC236}">
                <a16:creationId xmlns:a16="http://schemas.microsoft.com/office/drawing/2014/main" id="{A87D0C50-C78E-42E8-B820-82C4DB0AC32C}"/>
              </a:ext>
            </a:extLst>
          </p:cNvPr>
          <p:cNvSpPr>
            <a:spLocks xmlns:a="http://schemas.openxmlformats.org/drawingml/2006/main" noGrp="1"/>
          </p:cNvSpPr>
          <p:nvPr/>
        </p:nvSpPr>
        <p:spPr>
          <a:xfrm xmlns:a="http://schemas.openxmlformats.org/drawingml/2006/main">
            <a:off x="400050" y="5010150"/>
            <a:ext cx="10477500" cy="6667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1800">
                <a:solidFill>
                  <a:srgbClr val="23363D"/>
                </a:solidFill>
                <a:latin typeface="Helvetica Neue"/>
                <a:ea typeface="Helvetica Neue"/>
                <a:cs typeface="Helvetica Neue"/>
              </a:defRPr>
            </a:pPr>
            <a:r>
              <a:t>Câu trả lời không nằm ở một dự án riêng lẻ, mà ở xu hướng của toàn bộ 6.000 dự án.</a:t>
            </a:r>
          </a:p>
        </p:txBody>
      </p:sp>
      <p:sp>
        <p:nvSpPr>
          <p:cNvPr id="5" name="slide-number-2">
            <a:extLst xmlns:a="http://schemas.openxmlformats.org/drawingml/2006/main">
              <a:ext uri="{FF2B5EF4-FFF2-40B4-BE49-F238E27FC236}">
                <a16:creationId xmlns:a16="http://schemas.microsoft.com/office/drawing/2014/main" id="{ABB18691-6291-4860-AF1D-0F9118ABEEED}"/>
              </a:ext>
            </a:extLst>
          </p:cNvPr>
          <p:cNvSpPr>
            <a:spLocks xmlns:a="http://schemas.openxmlformats.org/drawingml/2006/main" noGrp="1"/>
          </p:cNvSpPr>
          <p:nvPr/>
        </p:nvSpPr>
        <p:spPr>
          <a:xfrm xmlns:a="http://schemas.openxmlformats.org/drawingml/2006/main">
            <a:off x="10572750" y="6419850"/>
            <a:ext cx="1219200" cy="2095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r">
              <a:defRPr sz="975">
                <a:solidFill>
                  <a:srgbClr val="617178"/>
                </a:solidFill>
                <a:latin typeface="Helvetica Neue"/>
                <a:ea typeface="Helvetica Neue"/>
                <a:cs typeface="Helvetica Neue"/>
              </a:defRPr>
            </a:pPr>
            <a:r>
              <a:t>2</a:t>
            </a:r>
          </a:p>
        </p:txBody>
      </p:sp>
    </p:spTree>
    <p:extLst>
      <p:ext uri="{BB962C8B-B14F-4D97-AF65-F5344CB8AC3E}">
        <p14:creationId xmlns:p14="http://schemas.microsoft.com/office/powerpoint/2010/main" val="6178407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dbf721413dbe40ea"/>
          <a:stretch xmlns:a="http://schemas.openxmlformats.org/drawingml/2006/main"/>
        </p:blipFill>
        <p:spPr>
          <a:xfrm xmlns:a="http://schemas.openxmlformats.org/drawingml/2006/main">
            <a:off x="209550" y="946561"/>
            <a:ext cx="11772900" cy="4812479"/>
          </a:xfrm>
          <a:prstGeom xmlns:a="http://schemas.openxmlformats.org/drawingml/2006/main" prst="rect">
            <a:avLst/>
          </a:prstGeom>
        </p:spPr>
      </p:pic>
      <p:sp>
        <p:nvSpPr>
          <p:cNvPr id="2" name="slide-number-3">
            <a:extLst xmlns:a="http://schemas.openxmlformats.org/drawingml/2006/main">
              <a:ext uri="{FF2B5EF4-FFF2-40B4-BE49-F238E27FC236}">
                <a16:creationId xmlns:a16="http://schemas.microsoft.com/office/drawing/2014/main" id="{0F020903-1785-4D3A-84AA-1C3FBFBB006E}"/>
              </a:ext>
            </a:extLst>
          </p:cNvPr>
          <p:cNvSpPr>
            <a:spLocks xmlns:a="http://schemas.openxmlformats.org/drawingml/2006/main" noGrp="1"/>
          </p:cNvSpPr>
          <p:nvPr/>
        </p:nvSpPr>
        <p:spPr>
          <a:xfrm xmlns:a="http://schemas.openxmlformats.org/drawingml/2006/main">
            <a:off x="10572750" y="6419850"/>
            <a:ext cx="1219200" cy="2095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r">
              <a:defRPr sz="975">
                <a:solidFill>
                  <a:srgbClr val="617178"/>
                </a:solidFill>
                <a:latin typeface="Helvetica Neue"/>
                <a:ea typeface="Helvetica Neue"/>
                <a:cs typeface="Helvetica Neue"/>
              </a:defRPr>
            </a:pPr>
            <a:r>
              <a:t>3</a:t>
            </a:r>
          </a:p>
        </p:txBody>
      </p:sp>
    </p:spTree>
    <p:extLst>
      <p:ext uri="{BB962C8B-B14F-4D97-AF65-F5344CB8AC3E}">
        <p14:creationId xmlns:p14="http://schemas.microsoft.com/office/powerpoint/2010/main" val="374255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e4b3e762565544bd"/>
          <a:stretch xmlns:a="http://schemas.openxmlformats.org/drawingml/2006/main"/>
        </p:blipFill>
        <p:spPr>
          <a:xfrm xmlns:a="http://schemas.openxmlformats.org/drawingml/2006/main">
            <a:off x="209550" y="1189845"/>
            <a:ext cx="11772900" cy="4325910"/>
          </a:xfrm>
          <a:prstGeom xmlns:a="http://schemas.openxmlformats.org/drawingml/2006/main" prst="rect">
            <a:avLst/>
          </a:prstGeom>
        </p:spPr>
      </p:pic>
      <p:sp>
        <p:nvSpPr>
          <p:cNvPr id="2" name="slide-number-4">
            <a:extLst xmlns:a="http://schemas.openxmlformats.org/drawingml/2006/main">
              <a:ext uri="{FF2B5EF4-FFF2-40B4-BE49-F238E27FC236}">
                <a16:creationId xmlns:a16="http://schemas.microsoft.com/office/drawing/2014/main" id="{2D0D81DB-44FB-4FFD-89F0-A716A1283FFD}"/>
              </a:ext>
            </a:extLst>
          </p:cNvPr>
          <p:cNvSpPr>
            <a:spLocks xmlns:a="http://schemas.openxmlformats.org/drawingml/2006/main" noGrp="1"/>
          </p:cNvSpPr>
          <p:nvPr/>
        </p:nvSpPr>
        <p:spPr>
          <a:xfrm xmlns:a="http://schemas.openxmlformats.org/drawingml/2006/main">
            <a:off x="10572750" y="6419850"/>
            <a:ext cx="1219200" cy="2095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r">
              <a:defRPr sz="975">
                <a:solidFill>
                  <a:srgbClr val="617178"/>
                </a:solidFill>
                <a:latin typeface="Helvetica Neue"/>
                <a:ea typeface="Helvetica Neue"/>
                <a:cs typeface="Helvetica Neue"/>
              </a:defRPr>
            </a:pPr>
            <a:r>
              <a:t>4</a:t>
            </a:r>
          </a:p>
        </p:txBody>
      </p:sp>
    </p:spTree>
    <p:extLst>
      <p:ext uri="{BB962C8B-B14F-4D97-AF65-F5344CB8AC3E}">
        <p14:creationId xmlns:p14="http://schemas.microsoft.com/office/powerpoint/2010/main" val="2141486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4c6faf47dd064132"/>
          <a:stretch xmlns:a="http://schemas.openxmlformats.org/drawingml/2006/main"/>
        </p:blipFill>
        <p:spPr>
          <a:xfrm xmlns:a="http://schemas.openxmlformats.org/drawingml/2006/main">
            <a:off x="209550" y="429067"/>
            <a:ext cx="11772900" cy="5847467"/>
          </a:xfrm>
          <a:prstGeom xmlns:a="http://schemas.openxmlformats.org/drawingml/2006/main" prst="rect">
            <a:avLst/>
          </a:prstGeom>
        </p:spPr>
      </p:pic>
      <p:sp>
        <p:nvSpPr>
          <p:cNvPr id="2" name="slide-number-5">
            <a:extLst xmlns:a="http://schemas.openxmlformats.org/drawingml/2006/main">
              <a:ext uri="{FF2B5EF4-FFF2-40B4-BE49-F238E27FC236}">
                <a16:creationId xmlns:a16="http://schemas.microsoft.com/office/drawing/2014/main" id="{D77C4C3F-F0C9-4444-BF1F-692EB5B017FF}"/>
              </a:ext>
            </a:extLst>
          </p:cNvPr>
          <p:cNvSpPr>
            <a:spLocks xmlns:a="http://schemas.openxmlformats.org/drawingml/2006/main" noGrp="1"/>
          </p:cNvSpPr>
          <p:nvPr/>
        </p:nvSpPr>
        <p:spPr>
          <a:xfrm xmlns:a="http://schemas.openxmlformats.org/drawingml/2006/main">
            <a:off x="10572750" y="6419850"/>
            <a:ext cx="1219200" cy="2095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r">
              <a:defRPr sz="975">
                <a:solidFill>
                  <a:srgbClr val="617178"/>
                </a:solidFill>
                <a:latin typeface="Helvetica Neue"/>
                <a:ea typeface="Helvetica Neue"/>
                <a:cs typeface="Helvetica Neue"/>
              </a:defRPr>
            </a:pPr>
            <a:r>
              <a:t>5</a:t>
            </a:r>
          </a:p>
        </p:txBody>
      </p:sp>
    </p:spTree>
    <p:extLst>
      <p:ext uri="{BB962C8B-B14F-4D97-AF65-F5344CB8AC3E}">
        <p14:creationId xmlns:p14="http://schemas.microsoft.com/office/powerpoint/2010/main" val="102993085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458e20a4490742f7"/>
          <a:stretch xmlns:a="http://schemas.openxmlformats.org/drawingml/2006/main"/>
        </p:blipFill>
        <p:spPr>
          <a:xfrm xmlns:a="http://schemas.openxmlformats.org/drawingml/2006/main">
            <a:off x="209550" y="325112"/>
            <a:ext cx="11772900" cy="6055377"/>
          </a:xfrm>
          <a:prstGeom xmlns:a="http://schemas.openxmlformats.org/drawingml/2006/main" prst="rect">
            <a:avLst/>
          </a:prstGeom>
        </p:spPr>
      </p:pic>
      <p:sp>
        <p:nvSpPr>
          <p:cNvPr id="2" name="slide-number-6">
            <a:extLst xmlns:a="http://schemas.openxmlformats.org/drawingml/2006/main">
              <a:ext uri="{FF2B5EF4-FFF2-40B4-BE49-F238E27FC236}">
                <a16:creationId xmlns:a16="http://schemas.microsoft.com/office/drawing/2014/main" id="{D1EEBAB9-332F-471F-9B52-E81165D92BA9}"/>
              </a:ext>
            </a:extLst>
          </p:cNvPr>
          <p:cNvSpPr>
            <a:spLocks xmlns:a="http://schemas.openxmlformats.org/drawingml/2006/main" noGrp="1"/>
          </p:cNvSpPr>
          <p:nvPr/>
        </p:nvSpPr>
        <p:spPr>
          <a:xfrm xmlns:a="http://schemas.openxmlformats.org/drawingml/2006/main">
            <a:off x="10572750" y="6419850"/>
            <a:ext cx="1219200" cy="2095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r">
              <a:defRPr sz="975">
                <a:solidFill>
                  <a:srgbClr val="617178"/>
                </a:solidFill>
                <a:latin typeface="Helvetica Neue"/>
                <a:ea typeface="Helvetica Neue"/>
                <a:cs typeface="Helvetica Neue"/>
              </a:defRPr>
            </a:pPr>
            <a:r>
              <a:t>6</a:t>
            </a:r>
          </a:p>
        </p:txBody>
      </p:sp>
    </p:spTree>
    <p:extLst>
      <p:ext uri="{BB962C8B-B14F-4D97-AF65-F5344CB8AC3E}">
        <p14:creationId xmlns:p14="http://schemas.microsoft.com/office/powerpoint/2010/main" val="30963258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5126ad83329f4b1a"/>
          <a:stretch xmlns:a="http://schemas.openxmlformats.org/drawingml/2006/main"/>
        </p:blipFill>
        <p:spPr>
          <a:xfrm xmlns:a="http://schemas.openxmlformats.org/drawingml/2006/main">
            <a:off x="209550" y="316931"/>
            <a:ext cx="11772900" cy="6071738"/>
          </a:xfrm>
          <a:prstGeom xmlns:a="http://schemas.openxmlformats.org/drawingml/2006/main" prst="rect">
            <a:avLst/>
          </a:prstGeom>
        </p:spPr>
      </p:pic>
      <p:sp>
        <p:nvSpPr>
          <p:cNvPr id="2" name="slide-number-7">
            <a:extLst xmlns:a="http://schemas.openxmlformats.org/drawingml/2006/main">
              <a:ext uri="{FF2B5EF4-FFF2-40B4-BE49-F238E27FC236}">
                <a16:creationId xmlns:a16="http://schemas.microsoft.com/office/drawing/2014/main" id="{CCDE0138-FB9D-4F9A-9E6A-154CC10D4FCF}"/>
              </a:ext>
            </a:extLst>
          </p:cNvPr>
          <p:cNvSpPr>
            <a:spLocks xmlns:a="http://schemas.openxmlformats.org/drawingml/2006/main" noGrp="1"/>
          </p:cNvSpPr>
          <p:nvPr/>
        </p:nvSpPr>
        <p:spPr>
          <a:xfrm xmlns:a="http://schemas.openxmlformats.org/drawingml/2006/main">
            <a:off x="10572750" y="6419850"/>
            <a:ext cx="1219200" cy="2095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r">
              <a:defRPr sz="975">
                <a:solidFill>
                  <a:srgbClr val="617178"/>
                </a:solidFill>
                <a:latin typeface="Helvetica Neue"/>
                <a:ea typeface="Helvetica Neue"/>
                <a:cs typeface="Helvetica Neue"/>
              </a:defRPr>
            </a:pPr>
            <a:r>
              <a:t>7</a:t>
            </a:r>
          </a:p>
        </p:txBody>
      </p:sp>
    </p:spTree>
    <p:extLst>
      <p:ext uri="{BB962C8B-B14F-4D97-AF65-F5344CB8AC3E}">
        <p14:creationId xmlns:p14="http://schemas.microsoft.com/office/powerpoint/2010/main" val="129365574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process-title">
            <a:extLst xmlns:a="http://schemas.openxmlformats.org/drawingml/2006/main">
              <a:ext uri="{FF2B5EF4-FFF2-40B4-BE49-F238E27FC236}">
                <a16:creationId xmlns:a16="http://schemas.microsoft.com/office/drawing/2014/main" id="{8C4FB12D-6D60-41BA-BB8A-04729CE93C41}"/>
              </a:ext>
            </a:extLst>
          </p:cNvPr>
          <p:cNvSpPr>
            <a:spLocks xmlns:a="http://schemas.openxmlformats.org/drawingml/2006/main" noGrp="1"/>
          </p:cNvSpPr>
          <p:nvPr/>
        </p:nvSpPr>
        <p:spPr>
          <a:xfrm xmlns:a="http://schemas.openxmlformats.org/drawingml/2006/main">
            <a:off x="400050" y="342900"/>
            <a:ext cx="11049000" cy="8382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3000" b="1">
                <a:solidFill>
                  <a:srgbClr val="000000"/>
                </a:solidFill>
                <a:latin typeface="Helvetica Neue"/>
                <a:ea typeface="Helvetica Neue"/>
                <a:cs typeface="Helvetica Neue"/>
              </a:defRPr>
            </a:pPr>
            <a:r>
              <a:t>Giải pháp tập trung vào thời điểm thay đổi phát sinh</a:t>
            </a:r>
          </a:p>
        </p:txBody>
      </p:sp>
      <p:sp>
        <p:nvSpPr>
          <p:cNvPr id="2" name="process-subtitle">
            <a:extLst xmlns:a="http://schemas.openxmlformats.org/drawingml/2006/main">
              <a:ext uri="{FF2B5EF4-FFF2-40B4-BE49-F238E27FC236}">
                <a16:creationId xmlns:a16="http://schemas.microsoft.com/office/drawing/2014/main" id="{0D393C87-968B-40A4-8C38-3AB9F3639D9D}"/>
              </a:ext>
            </a:extLst>
          </p:cNvPr>
          <p:cNvSpPr>
            <a:spLocks xmlns:a="http://schemas.openxmlformats.org/drawingml/2006/main" noGrp="1"/>
          </p:cNvSpPr>
          <p:nvPr/>
        </p:nvSpPr>
        <p:spPr>
          <a:xfrm xmlns:a="http://schemas.openxmlformats.org/drawingml/2006/main">
            <a:off x="400050" y="1219200"/>
            <a:ext cx="9906000" cy="5524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1650">
                <a:solidFill>
                  <a:srgbClr val="617178"/>
                </a:solidFill>
                <a:latin typeface="Helvetica Neue"/>
                <a:ea typeface="Helvetica Neue"/>
                <a:cs typeface="Helvetica Neue"/>
              </a:defRPr>
            </a:pPr>
            <a:r>
              <a:t>Mốc chốt thiết kế không cấm thay đổi; nó buộc mỗi yêu cầu phải được đánh giá trước khi phê duyệt.</a:t>
            </a:r>
          </a:p>
        </p:txBody>
      </p:sp>
      <p:sp>
        <p:nvSpPr>
          <p:cNvPr id="3" name="process-line">
            <a:extLst xmlns:a="http://schemas.openxmlformats.org/drawingml/2006/main">
              <a:ext uri="{FF2B5EF4-FFF2-40B4-BE49-F238E27FC236}">
                <a16:creationId xmlns:a16="http://schemas.microsoft.com/office/drawing/2014/main" id="{2D3A5D16-5134-413A-94E3-FD81773863FD}"/>
              </a:ext>
            </a:extLst>
          </p:cNvPr>
          <p:cNvSpPr>
            <a:spLocks xmlns:a="http://schemas.openxmlformats.org/drawingml/2006/main" noGrp="1"/>
          </p:cNvSpPr>
          <p:nvPr/>
        </p:nvSpPr>
        <p:spPr>
          <a:xfrm xmlns:a="http://schemas.openxmlformats.org/drawingml/2006/main">
            <a:off x="952500" y="3228975"/>
            <a:ext cx="95250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rocess-node-1">
            <a:extLst xmlns:a="http://schemas.openxmlformats.org/drawingml/2006/main">
              <a:ext uri="{FF2B5EF4-FFF2-40B4-BE49-F238E27FC236}">
                <a16:creationId xmlns:a16="http://schemas.microsoft.com/office/drawing/2014/main" id="{EF131EFD-4658-45E2-A9E1-53D5BFB9ADC5}"/>
              </a:ext>
            </a:extLst>
          </p:cNvPr>
          <p:cNvSpPr>
            <a:spLocks xmlns:a="http://schemas.openxmlformats.org/drawingml/2006/main" noGrp="1"/>
          </p:cNvSpPr>
          <p:nvPr/>
        </p:nvSpPr>
        <p:spPr>
          <a:xfrm xmlns:a="http://schemas.openxmlformats.org/drawingml/2006/main">
            <a:off x="857250" y="3143250"/>
            <a:ext cx="190500" cy="190500"/>
          </a:xfrm>
          <a:prstGeom xmlns:a="http://schemas.openxmlformats.org/drawingml/2006/main" prst="ellipse">
            <a:avLst/>
          </a:prstGeom>
          <a:solidFill xmlns:a="http://schemas.openxmlformats.org/drawingml/2006/main">
            <a:srgbClr val="23363D"/>
          </a:solidFill>
        </p:spPr>
      </p:sp>
      <p:sp>
        <p:nvSpPr>
          <p:cNvPr id="5" name="process-step-1">
            <a:extLst xmlns:a="http://schemas.openxmlformats.org/drawingml/2006/main">
              <a:ext uri="{FF2B5EF4-FFF2-40B4-BE49-F238E27FC236}">
                <a16:creationId xmlns:a16="http://schemas.microsoft.com/office/drawing/2014/main" id="{5D9A7743-D75F-44A7-A73D-C671902CC693}"/>
              </a:ext>
            </a:extLst>
          </p:cNvPr>
          <p:cNvSpPr>
            <a:spLocks xmlns:a="http://schemas.openxmlformats.org/drawingml/2006/main" noGrp="1"/>
          </p:cNvSpPr>
          <p:nvPr/>
        </p:nvSpPr>
        <p:spPr>
          <a:xfrm xmlns:a="http://schemas.openxmlformats.org/drawingml/2006/main">
            <a:off x="285750" y="2495550"/>
            <a:ext cx="1333500" cy="28575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ctr">
              <a:defRPr sz="1275" b="1">
                <a:solidFill>
                  <a:srgbClr val="617178"/>
                </a:solidFill>
                <a:latin typeface="Helvetica Neue"/>
                <a:ea typeface="Helvetica Neue"/>
                <a:cs typeface="Helvetica Neue"/>
              </a:defRPr>
            </a:pPr>
            <a:r>
              <a:t>01</a:t>
            </a:r>
          </a:p>
        </p:txBody>
      </p:sp>
      <p:sp>
        <p:nvSpPr>
          <p:cNvPr id="6" name="process-label-1">
            <a:extLst xmlns:a="http://schemas.openxmlformats.org/drawingml/2006/main">
              <a:ext uri="{FF2B5EF4-FFF2-40B4-BE49-F238E27FC236}">
                <a16:creationId xmlns:a16="http://schemas.microsoft.com/office/drawing/2014/main" id="{D9FD2F1C-37F1-4458-9FBE-60C27A46F6F5}"/>
              </a:ext>
            </a:extLst>
          </p:cNvPr>
          <p:cNvSpPr>
            <a:spLocks xmlns:a="http://schemas.openxmlformats.org/drawingml/2006/main" noGrp="1"/>
          </p:cNvSpPr>
          <p:nvPr/>
        </p:nvSpPr>
        <p:spPr>
          <a:xfrm xmlns:a="http://schemas.openxmlformats.org/drawingml/2006/main">
            <a:off x="-47625" y="3600450"/>
            <a:ext cx="2000250" cy="4000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ctr">
              <a:defRPr sz="1800" b="1">
                <a:solidFill>
                  <a:srgbClr val="000000"/>
                </a:solidFill>
                <a:latin typeface="Helvetica Neue"/>
                <a:ea typeface="Helvetica Neue"/>
                <a:cs typeface="Helvetica Neue"/>
              </a:defRPr>
            </a:pPr>
            <a:r>
              <a:t>Ghi nhận</a:t>
            </a:r>
          </a:p>
        </p:txBody>
      </p:sp>
      <p:sp>
        <p:nvSpPr>
          <p:cNvPr id="7" name="process-body-1">
            <a:extLst xmlns:a="http://schemas.openxmlformats.org/drawingml/2006/main">
              <a:ext uri="{FF2B5EF4-FFF2-40B4-BE49-F238E27FC236}">
                <a16:creationId xmlns:a16="http://schemas.microsoft.com/office/drawing/2014/main" id="{F9EAD150-67F2-4C27-B68F-FEA8DD0821E0}"/>
              </a:ext>
            </a:extLst>
          </p:cNvPr>
          <p:cNvSpPr>
            <a:spLocks xmlns:a="http://schemas.openxmlformats.org/drawingml/2006/main" noGrp="1"/>
          </p:cNvSpPr>
          <p:nvPr/>
        </p:nvSpPr>
        <p:spPr>
          <a:xfrm xmlns:a="http://schemas.openxmlformats.org/drawingml/2006/main">
            <a:off x="-47625" y="4171950"/>
            <a:ext cx="2000250" cy="7429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ctr">
              <a:defRPr sz="1350">
                <a:solidFill>
                  <a:srgbClr val="23363D"/>
                </a:solidFill>
                <a:latin typeface="Helvetica Neue"/>
                <a:ea typeface="Helvetica Neue"/>
                <a:cs typeface="Helvetica Neue"/>
              </a:defRPr>
            </a:pPr>
            <a:r>
              <a:t>Mã yêu cầu
Người đề xuất</a:t>
            </a:r>
          </a:p>
        </p:txBody>
      </p:sp>
      <p:sp>
        <p:nvSpPr>
          <p:cNvPr id="8" name="process-node-2">
            <a:extLst xmlns:a="http://schemas.openxmlformats.org/drawingml/2006/main">
              <a:ext uri="{FF2B5EF4-FFF2-40B4-BE49-F238E27FC236}">
                <a16:creationId xmlns:a16="http://schemas.microsoft.com/office/drawing/2014/main" id="{C12E9FAA-BB59-474D-A60C-425CC982C5B7}"/>
              </a:ext>
            </a:extLst>
          </p:cNvPr>
          <p:cNvSpPr>
            <a:spLocks xmlns:a="http://schemas.openxmlformats.org/drawingml/2006/main" noGrp="1"/>
          </p:cNvSpPr>
          <p:nvPr/>
        </p:nvSpPr>
        <p:spPr>
          <a:xfrm xmlns:a="http://schemas.openxmlformats.org/drawingml/2006/main">
            <a:off x="3238500" y="3143250"/>
            <a:ext cx="190500" cy="190500"/>
          </a:xfrm>
          <a:prstGeom xmlns:a="http://schemas.openxmlformats.org/drawingml/2006/main" prst="ellipse">
            <a:avLst/>
          </a:prstGeom>
          <a:solidFill xmlns:a="http://schemas.openxmlformats.org/drawingml/2006/main">
            <a:srgbClr val="23363D"/>
          </a:solidFill>
        </p:spPr>
      </p:sp>
      <p:sp>
        <p:nvSpPr>
          <p:cNvPr id="9" name="process-step-2">
            <a:extLst xmlns:a="http://schemas.openxmlformats.org/drawingml/2006/main">
              <a:ext uri="{FF2B5EF4-FFF2-40B4-BE49-F238E27FC236}">
                <a16:creationId xmlns:a16="http://schemas.microsoft.com/office/drawing/2014/main" id="{615687A9-8726-406B-B5C1-FC08204523FB}"/>
              </a:ext>
            </a:extLst>
          </p:cNvPr>
          <p:cNvSpPr>
            <a:spLocks xmlns:a="http://schemas.openxmlformats.org/drawingml/2006/main" noGrp="1"/>
          </p:cNvSpPr>
          <p:nvPr/>
        </p:nvSpPr>
        <p:spPr>
          <a:xfrm xmlns:a="http://schemas.openxmlformats.org/drawingml/2006/main">
            <a:off x="2667000" y="2495550"/>
            <a:ext cx="1333500" cy="28575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ctr">
              <a:defRPr sz="1275" b="1">
                <a:solidFill>
                  <a:srgbClr val="617178"/>
                </a:solidFill>
                <a:latin typeface="Helvetica Neue"/>
                <a:ea typeface="Helvetica Neue"/>
                <a:cs typeface="Helvetica Neue"/>
              </a:defRPr>
            </a:pPr>
            <a:r>
              <a:t>02</a:t>
            </a:r>
          </a:p>
        </p:txBody>
      </p:sp>
      <p:sp>
        <p:nvSpPr>
          <p:cNvPr id="10" name="process-label-2">
            <a:extLst xmlns:a="http://schemas.openxmlformats.org/drawingml/2006/main">
              <a:ext uri="{FF2B5EF4-FFF2-40B4-BE49-F238E27FC236}">
                <a16:creationId xmlns:a16="http://schemas.microsoft.com/office/drawing/2014/main" id="{8ACE22E1-8F73-496D-AD86-E3CCCE4EC460}"/>
              </a:ext>
            </a:extLst>
          </p:cNvPr>
          <p:cNvSpPr>
            <a:spLocks xmlns:a="http://schemas.openxmlformats.org/drawingml/2006/main" noGrp="1"/>
          </p:cNvSpPr>
          <p:nvPr/>
        </p:nvSpPr>
        <p:spPr>
          <a:xfrm xmlns:a="http://schemas.openxmlformats.org/drawingml/2006/main">
            <a:off x="2333625" y="3600450"/>
            <a:ext cx="2000250" cy="4000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ctr">
              <a:defRPr sz="1800" b="1">
                <a:solidFill>
                  <a:srgbClr val="000000"/>
                </a:solidFill>
                <a:latin typeface="Helvetica Neue"/>
                <a:ea typeface="Helvetica Neue"/>
                <a:cs typeface="Helvetica Neue"/>
              </a:defRPr>
            </a:pPr>
            <a:r>
              <a:t>Phân loại</a:t>
            </a:r>
          </a:p>
        </p:txBody>
      </p:sp>
      <p:sp>
        <p:nvSpPr>
          <p:cNvPr id="11" name="process-body-2">
            <a:extLst xmlns:a="http://schemas.openxmlformats.org/drawingml/2006/main">
              <a:ext uri="{FF2B5EF4-FFF2-40B4-BE49-F238E27FC236}">
                <a16:creationId xmlns:a16="http://schemas.microsoft.com/office/drawing/2014/main" id="{6D9EB490-8E90-4F42-9F0F-BFAC2AB21DF3}"/>
              </a:ext>
            </a:extLst>
          </p:cNvPr>
          <p:cNvSpPr>
            <a:spLocks xmlns:a="http://schemas.openxmlformats.org/drawingml/2006/main" noGrp="1"/>
          </p:cNvSpPr>
          <p:nvPr/>
        </p:nvSpPr>
        <p:spPr>
          <a:xfrm xmlns:a="http://schemas.openxmlformats.org/drawingml/2006/main">
            <a:off x="2333625" y="4171950"/>
            <a:ext cx="2000250" cy="7429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ctr">
              <a:defRPr sz="1350">
                <a:solidFill>
                  <a:srgbClr val="23363D"/>
                </a:solidFill>
                <a:latin typeface="Helvetica Neue"/>
                <a:ea typeface="Helvetica Neue"/>
                <a:cs typeface="Helvetica Neue"/>
              </a:defRPr>
            </a:pPr>
            <a:r>
              <a:t>Bắt buộc
hay tùy chọn</a:t>
            </a:r>
          </a:p>
        </p:txBody>
      </p:sp>
      <p:sp>
        <p:nvSpPr>
          <p:cNvPr id="12" name="process-node-3">
            <a:extLst xmlns:a="http://schemas.openxmlformats.org/drawingml/2006/main">
              <a:ext uri="{FF2B5EF4-FFF2-40B4-BE49-F238E27FC236}">
                <a16:creationId xmlns:a16="http://schemas.microsoft.com/office/drawing/2014/main" id="{EEB39937-6001-4546-AB34-6E7870E29597}"/>
              </a:ext>
            </a:extLst>
          </p:cNvPr>
          <p:cNvSpPr>
            <a:spLocks xmlns:a="http://schemas.openxmlformats.org/drawingml/2006/main" noGrp="1"/>
          </p:cNvSpPr>
          <p:nvPr/>
        </p:nvSpPr>
        <p:spPr>
          <a:xfrm xmlns:a="http://schemas.openxmlformats.org/drawingml/2006/main">
            <a:off x="5619750" y="3143250"/>
            <a:ext cx="190500" cy="190500"/>
          </a:xfrm>
          <a:prstGeom xmlns:a="http://schemas.openxmlformats.org/drawingml/2006/main" prst="ellipse">
            <a:avLst/>
          </a:prstGeom>
          <a:solidFill xmlns:a="http://schemas.openxmlformats.org/drawingml/2006/main">
            <a:srgbClr val="B83A32"/>
          </a:solidFill>
        </p:spPr>
      </p:sp>
      <p:sp>
        <p:nvSpPr>
          <p:cNvPr id="13" name="process-step-3">
            <a:extLst xmlns:a="http://schemas.openxmlformats.org/drawingml/2006/main">
              <a:ext uri="{FF2B5EF4-FFF2-40B4-BE49-F238E27FC236}">
                <a16:creationId xmlns:a16="http://schemas.microsoft.com/office/drawing/2014/main" id="{EA7EAA37-D454-4C24-B7C2-41DF04FC01AA}"/>
              </a:ext>
            </a:extLst>
          </p:cNvPr>
          <p:cNvSpPr>
            <a:spLocks xmlns:a="http://schemas.openxmlformats.org/drawingml/2006/main" noGrp="1"/>
          </p:cNvSpPr>
          <p:nvPr/>
        </p:nvSpPr>
        <p:spPr>
          <a:xfrm xmlns:a="http://schemas.openxmlformats.org/drawingml/2006/main">
            <a:off x="5048250" y="2495550"/>
            <a:ext cx="1333500" cy="28575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ctr">
              <a:defRPr sz="1275" b="1">
                <a:solidFill>
                  <a:srgbClr val="B83A32"/>
                </a:solidFill>
                <a:latin typeface="Helvetica Neue"/>
                <a:ea typeface="Helvetica Neue"/>
                <a:cs typeface="Helvetica Neue"/>
              </a:defRPr>
            </a:pPr>
            <a:r>
              <a:t>03</a:t>
            </a:r>
          </a:p>
        </p:txBody>
      </p:sp>
      <p:sp>
        <p:nvSpPr>
          <p:cNvPr id="14" name="process-label-3">
            <a:extLst xmlns:a="http://schemas.openxmlformats.org/drawingml/2006/main">
              <a:ext uri="{FF2B5EF4-FFF2-40B4-BE49-F238E27FC236}">
                <a16:creationId xmlns:a16="http://schemas.microsoft.com/office/drawing/2014/main" id="{8CBB0B84-1174-4C81-B26D-21A8B3A60341}"/>
              </a:ext>
            </a:extLst>
          </p:cNvPr>
          <p:cNvSpPr>
            <a:spLocks xmlns:a="http://schemas.openxmlformats.org/drawingml/2006/main" noGrp="1"/>
          </p:cNvSpPr>
          <p:nvPr/>
        </p:nvSpPr>
        <p:spPr>
          <a:xfrm xmlns:a="http://schemas.openxmlformats.org/drawingml/2006/main">
            <a:off x="4714875" y="3600450"/>
            <a:ext cx="2000250" cy="4000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ctr">
              <a:defRPr sz="1800" b="1">
                <a:solidFill>
                  <a:srgbClr val="000000"/>
                </a:solidFill>
                <a:latin typeface="Helvetica Neue"/>
                <a:ea typeface="Helvetica Neue"/>
                <a:cs typeface="Helvetica Neue"/>
              </a:defRPr>
            </a:pPr>
            <a:r>
              <a:t>Đánh giá</a:t>
            </a:r>
          </a:p>
        </p:txBody>
      </p:sp>
      <p:sp>
        <p:nvSpPr>
          <p:cNvPr id="15" name="process-body-3">
            <a:extLst xmlns:a="http://schemas.openxmlformats.org/drawingml/2006/main">
              <a:ext uri="{FF2B5EF4-FFF2-40B4-BE49-F238E27FC236}">
                <a16:creationId xmlns:a16="http://schemas.microsoft.com/office/drawing/2014/main" id="{87964AE2-E86C-449F-AA73-E1E18771EABA}"/>
              </a:ext>
            </a:extLst>
          </p:cNvPr>
          <p:cNvSpPr>
            <a:spLocks xmlns:a="http://schemas.openxmlformats.org/drawingml/2006/main" noGrp="1"/>
          </p:cNvSpPr>
          <p:nvPr/>
        </p:nvSpPr>
        <p:spPr>
          <a:xfrm xmlns:a="http://schemas.openxmlformats.org/drawingml/2006/main">
            <a:off x="4714875" y="4171950"/>
            <a:ext cx="2000250" cy="7429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ctr">
              <a:defRPr sz="1350">
                <a:solidFill>
                  <a:srgbClr val="23363D"/>
                </a:solidFill>
                <a:latin typeface="Helvetica Neue"/>
                <a:ea typeface="Helvetica Neue"/>
                <a:cs typeface="Helvetica Neue"/>
              </a:defRPr>
            </a:pPr>
            <a:r>
              <a:t>Tác động tiến độ
trong 48 giờ</a:t>
            </a:r>
          </a:p>
        </p:txBody>
      </p:sp>
      <p:sp>
        <p:nvSpPr>
          <p:cNvPr id="16" name="process-node-4">
            <a:extLst xmlns:a="http://schemas.openxmlformats.org/drawingml/2006/main">
              <a:ext uri="{FF2B5EF4-FFF2-40B4-BE49-F238E27FC236}">
                <a16:creationId xmlns:a16="http://schemas.microsoft.com/office/drawing/2014/main" id="{A192DD39-41BD-4F03-8647-C0271B8E90F8}"/>
              </a:ext>
            </a:extLst>
          </p:cNvPr>
          <p:cNvSpPr>
            <a:spLocks xmlns:a="http://schemas.openxmlformats.org/drawingml/2006/main" noGrp="1"/>
          </p:cNvSpPr>
          <p:nvPr/>
        </p:nvSpPr>
        <p:spPr>
          <a:xfrm xmlns:a="http://schemas.openxmlformats.org/drawingml/2006/main">
            <a:off x="8001000" y="3143250"/>
            <a:ext cx="190500" cy="190500"/>
          </a:xfrm>
          <a:prstGeom xmlns:a="http://schemas.openxmlformats.org/drawingml/2006/main" prst="ellipse">
            <a:avLst/>
          </a:prstGeom>
          <a:solidFill xmlns:a="http://schemas.openxmlformats.org/drawingml/2006/main">
            <a:srgbClr val="23363D"/>
          </a:solidFill>
        </p:spPr>
      </p:sp>
      <p:sp>
        <p:nvSpPr>
          <p:cNvPr id="17" name="process-step-4">
            <a:extLst xmlns:a="http://schemas.openxmlformats.org/drawingml/2006/main">
              <a:ext uri="{FF2B5EF4-FFF2-40B4-BE49-F238E27FC236}">
                <a16:creationId xmlns:a16="http://schemas.microsoft.com/office/drawing/2014/main" id="{0B4D8546-B96B-401B-B3E5-29F213E63761}"/>
              </a:ext>
            </a:extLst>
          </p:cNvPr>
          <p:cNvSpPr>
            <a:spLocks xmlns:a="http://schemas.openxmlformats.org/drawingml/2006/main" noGrp="1"/>
          </p:cNvSpPr>
          <p:nvPr/>
        </p:nvSpPr>
        <p:spPr>
          <a:xfrm xmlns:a="http://schemas.openxmlformats.org/drawingml/2006/main">
            <a:off x="7429500" y="2495550"/>
            <a:ext cx="1333500" cy="28575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ctr">
              <a:defRPr sz="1275" b="1">
                <a:solidFill>
                  <a:srgbClr val="617178"/>
                </a:solidFill>
                <a:latin typeface="Helvetica Neue"/>
                <a:ea typeface="Helvetica Neue"/>
                <a:cs typeface="Helvetica Neue"/>
              </a:defRPr>
            </a:pPr>
            <a:r>
              <a:t>04</a:t>
            </a:r>
          </a:p>
        </p:txBody>
      </p:sp>
      <p:sp>
        <p:nvSpPr>
          <p:cNvPr id="18" name="process-label-4">
            <a:extLst xmlns:a="http://schemas.openxmlformats.org/drawingml/2006/main">
              <a:ext uri="{FF2B5EF4-FFF2-40B4-BE49-F238E27FC236}">
                <a16:creationId xmlns:a16="http://schemas.microsoft.com/office/drawing/2014/main" id="{823687DC-2E37-4371-BB93-E10B88998ADC}"/>
              </a:ext>
            </a:extLst>
          </p:cNvPr>
          <p:cNvSpPr>
            <a:spLocks xmlns:a="http://schemas.openxmlformats.org/drawingml/2006/main" noGrp="1"/>
          </p:cNvSpPr>
          <p:nvPr/>
        </p:nvSpPr>
        <p:spPr>
          <a:xfrm xmlns:a="http://schemas.openxmlformats.org/drawingml/2006/main">
            <a:off x="7096125" y="3600450"/>
            <a:ext cx="2000250" cy="4000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ctr">
              <a:defRPr sz="1800" b="1">
                <a:solidFill>
                  <a:srgbClr val="000000"/>
                </a:solidFill>
                <a:latin typeface="Helvetica Neue"/>
                <a:ea typeface="Helvetica Neue"/>
                <a:cs typeface="Helvetica Neue"/>
              </a:defRPr>
            </a:pPr>
            <a:r>
              <a:t>Phê duyệt</a:t>
            </a:r>
          </a:p>
        </p:txBody>
      </p:sp>
      <p:sp>
        <p:nvSpPr>
          <p:cNvPr id="19" name="process-body-4">
            <a:extLst xmlns:a="http://schemas.openxmlformats.org/drawingml/2006/main">
              <a:ext uri="{FF2B5EF4-FFF2-40B4-BE49-F238E27FC236}">
                <a16:creationId xmlns:a16="http://schemas.microsoft.com/office/drawing/2014/main" id="{B441C4C4-74B1-41FE-931B-40F85340031A}"/>
              </a:ext>
            </a:extLst>
          </p:cNvPr>
          <p:cNvSpPr>
            <a:spLocks xmlns:a="http://schemas.openxmlformats.org/drawingml/2006/main" noGrp="1"/>
          </p:cNvSpPr>
          <p:nvPr/>
        </p:nvSpPr>
        <p:spPr>
          <a:xfrm xmlns:a="http://schemas.openxmlformats.org/drawingml/2006/main">
            <a:off x="7096125" y="4171950"/>
            <a:ext cx="2000250" cy="7429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ctr">
              <a:defRPr sz="1350">
                <a:solidFill>
                  <a:srgbClr val="23363D"/>
                </a:solidFill>
                <a:latin typeface="Helvetica Neue"/>
                <a:ea typeface="Helvetica Neue"/>
                <a:cs typeface="Helvetica Neue"/>
              </a:defRPr>
            </a:pPr>
            <a:r>
              <a:t>Đúng cấp
thẩm quyền</a:t>
            </a:r>
          </a:p>
        </p:txBody>
      </p:sp>
      <p:sp>
        <p:nvSpPr>
          <p:cNvPr id="20" name="process-node-5">
            <a:extLst xmlns:a="http://schemas.openxmlformats.org/drawingml/2006/main">
              <a:ext uri="{FF2B5EF4-FFF2-40B4-BE49-F238E27FC236}">
                <a16:creationId xmlns:a16="http://schemas.microsoft.com/office/drawing/2014/main" id="{F5BC9D0A-2DD3-48E6-8F0D-1B219FBA5C7F}"/>
              </a:ext>
            </a:extLst>
          </p:cNvPr>
          <p:cNvSpPr>
            <a:spLocks xmlns:a="http://schemas.openxmlformats.org/drawingml/2006/main" noGrp="1"/>
          </p:cNvSpPr>
          <p:nvPr/>
        </p:nvSpPr>
        <p:spPr>
          <a:xfrm xmlns:a="http://schemas.openxmlformats.org/drawingml/2006/main">
            <a:off x="10382250" y="3143250"/>
            <a:ext cx="190500" cy="190500"/>
          </a:xfrm>
          <a:prstGeom xmlns:a="http://schemas.openxmlformats.org/drawingml/2006/main" prst="ellipse">
            <a:avLst/>
          </a:prstGeom>
          <a:solidFill xmlns:a="http://schemas.openxmlformats.org/drawingml/2006/main">
            <a:srgbClr val="23363D"/>
          </a:solidFill>
        </p:spPr>
      </p:sp>
      <p:sp>
        <p:nvSpPr>
          <p:cNvPr id="21" name="process-step-5">
            <a:extLst xmlns:a="http://schemas.openxmlformats.org/drawingml/2006/main">
              <a:ext uri="{FF2B5EF4-FFF2-40B4-BE49-F238E27FC236}">
                <a16:creationId xmlns:a16="http://schemas.microsoft.com/office/drawing/2014/main" id="{384D762A-7EF2-48EF-ABD8-2C3C04FD7FFA}"/>
              </a:ext>
            </a:extLst>
          </p:cNvPr>
          <p:cNvSpPr>
            <a:spLocks xmlns:a="http://schemas.openxmlformats.org/drawingml/2006/main" noGrp="1"/>
          </p:cNvSpPr>
          <p:nvPr/>
        </p:nvSpPr>
        <p:spPr>
          <a:xfrm xmlns:a="http://schemas.openxmlformats.org/drawingml/2006/main">
            <a:off x="9810750" y="2495550"/>
            <a:ext cx="1333500" cy="28575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ctr">
              <a:defRPr sz="1275" b="1">
                <a:solidFill>
                  <a:srgbClr val="617178"/>
                </a:solidFill>
                <a:latin typeface="Helvetica Neue"/>
                <a:ea typeface="Helvetica Neue"/>
                <a:cs typeface="Helvetica Neue"/>
              </a:defRPr>
            </a:pPr>
            <a:r>
              <a:t>05</a:t>
            </a:r>
          </a:p>
        </p:txBody>
      </p:sp>
      <p:sp>
        <p:nvSpPr>
          <p:cNvPr id="22" name="process-label-5">
            <a:extLst xmlns:a="http://schemas.openxmlformats.org/drawingml/2006/main">
              <a:ext uri="{FF2B5EF4-FFF2-40B4-BE49-F238E27FC236}">
                <a16:creationId xmlns:a16="http://schemas.microsoft.com/office/drawing/2014/main" id="{7FB770F0-28FC-4B60-AE2E-E0355A7B6728}"/>
              </a:ext>
            </a:extLst>
          </p:cNvPr>
          <p:cNvSpPr>
            <a:spLocks xmlns:a="http://schemas.openxmlformats.org/drawingml/2006/main" noGrp="1"/>
          </p:cNvSpPr>
          <p:nvPr/>
        </p:nvSpPr>
        <p:spPr>
          <a:xfrm xmlns:a="http://schemas.openxmlformats.org/drawingml/2006/main">
            <a:off x="9477375" y="3600450"/>
            <a:ext cx="2000250" cy="4000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ctr">
              <a:defRPr sz="1800" b="1">
                <a:solidFill>
                  <a:srgbClr val="000000"/>
                </a:solidFill>
                <a:latin typeface="Helvetica Neue"/>
                <a:ea typeface="Helvetica Neue"/>
                <a:cs typeface="Helvetica Neue"/>
              </a:defRPr>
            </a:pPr>
            <a:r>
              <a:t>Cập nhật</a:t>
            </a:r>
          </a:p>
        </p:txBody>
      </p:sp>
      <p:sp>
        <p:nvSpPr>
          <p:cNvPr id="23" name="process-body-5">
            <a:extLst xmlns:a="http://schemas.openxmlformats.org/drawingml/2006/main">
              <a:ext uri="{FF2B5EF4-FFF2-40B4-BE49-F238E27FC236}">
                <a16:creationId xmlns:a16="http://schemas.microsoft.com/office/drawing/2014/main" id="{00174EDD-5AEB-4BE4-9C14-D064E7769371}"/>
              </a:ext>
            </a:extLst>
          </p:cNvPr>
          <p:cNvSpPr>
            <a:spLocks xmlns:a="http://schemas.openxmlformats.org/drawingml/2006/main" noGrp="1"/>
          </p:cNvSpPr>
          <p:nvPr/>
        </p:nvSpPr>
        <p:spPr>
          <a:xfrm xmlns:a="http://schemas.openxmlformats.org/drawingml/2006/main">
            <a:off x="9477375" y="4171950"/>
            <a:ext cx="2000250" cy="7429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ctr">
              <a:defRPr sz="1350">
                <a:solidFill>
                  <a:srgbClr val="23363D"/>
                </a:solidFill>
                <a:latin typeface="Helvetica Neue"/>
                <a:ea typeface="Helvetica Neue"/>
                <a:cs typeface="Helvetica Neue"/>
              </a:defRPr>
            </a:pPr>
            <a:r>
              <a:t>Tiến độ cơ sở
và các bên liên quan</a:t>
            </a:r>
          </a:p>
        </p:txBody>
      </p:sp>
      <p:sp>
        <p:nvSpPr>
          <p:cNvPr id="24" name="process-callout">
            <a:extLst xmlns:a="http://schemas.openxmlformats.org/drawingml/2006/main">
              <a:ext uri="{FF2B5EF4-FFF2-40B4-BE49-F238E27FC236}">
                <a16:creationId xmlns:a16="http://schemas.microsoft.com/office/drawing/2014/main" id="{3A3E2409-7DB9-4C8A-811D-C4F658573676}"/>
              </a:ext>
            </a:extLst>
          </p:cNvPr>
          <p:cNvSpPr>
            <a:spLocks xmlns:a="http://schemas.openxmlformats.org/drawingml/2006/main" noGrp="1"/>
          </p:cNvSpPr>
          <p:nvPr/>
        </p:nvSpPr>
        <p:spPr>
          <a:xfrm xmlns:a="http://schemas.openxmlformats.org/drawingml/2006/main">
            <a:off x="1809750" y="5562600"/>
            <a:ext cx="8572500" cy="5143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ctr">
              <a:defRPr sz="1725" b="1">
                <a:solidFill>
                  <a:srgbClr val="B83A32"/>
                </a:solidFill>
                <a:latin typeface="Helvetica Neue"/>
                <a:ea typeface="Helvetica Neue"/>
                <a:cs typeface="Helvetica Neue"/>
              </a:defRPr>
            </a:pPr>
            <a:r>
              <a:t>Điểm kiểm soát quan trọng nhất: đánh giá tác động trong 48 giờ.</a:t>
            </a:r>
          </a:p>
        </p:txBody>
      </p:sp>
      <p:sp>
        <p:nvSpPr>
          <p:cNvPr id="25" name="slide-number-8">
            <a:extLst xmlns:a="http://schemas.openxmlformats.org/drawingml/2006/main">
              <a:ext uri="{FF2B5EF4-FFF2-40B4-BE49-F238E27FC236}">
                <a16:creationId xmlns:a16="http://schemas.microsoft.com/office/drawing/2014/main" id="{8A2C6E77-A32E-478A-81CE-737BA7C1E7EB}"/>
              </a:ext>
            </a:extLst>
          </p:cNvPr>
          <p:cNvSpPr>
            <a:spLocks xmlns:a="http://schemas.openxmlformats.org/drawingml/2006/main" noGrp="1"/>
          </p:cNvSpPr>
          <p:nvPr/>
        </p:nvSpPr>
        <p:spPr>
          <a:xfrm xmlns:a="http://schemas.openxmlformats.org/drawingml/2006/main">
            <a:off x="10572750" y="6419850"/>
            <a:ext cx="1219200" cy="2095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r">
              <a:defRPr sz="975">
                <a:solidFill>
                  <a:srgbClr val="617178"/>
                </a:solidFill>
                <a:latin typeface="Helvetica Neue"/>
                <a:ea typeface="Helvetica Neue"/>
                <a:cs typeface="Helvetica Neue"/>
              </a:defRPr>
            </a:pPr>
            <a:r>
              <a:t>8</a:t>
            </a:r>
          </a:p>
        </p:txBody>
      </p:sp>
    </p:spTree>
    <p:extLst>
      <p:ext uri="{BB962C8B-B14F-4D97-AF65-F5344CB8AC3E}">
        <p14:creationId xmlns:p14="http://schemas.microsoft.com/office/powerpoint/2010/main" val="7500684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27d6d9f5d037499b"/>
          <a:stretch xmlns:a="http://schemas.openxmlformats.org/drawingml/2006/main"/>
        </p:blipFill>
        <p:spPr>
          <a:xfrm xmlns:a="http://schemas.openxmlformats.org/drawingml/2006/main">
            <a:off x="209550" y="202908"/>
            <a:ext cx="11772900" cy="6299784"/>
          </a:xfrm>
          <a:prstGeom xmlns:a="http://schemas.openxmlformats.org/drawingml/2006/main" prst="rect">
            <a:avLst/>
          </a:prstGeom>
        </p:spPr>
      </p:pic>
      <p:sp>
        <p:nvSpPr>
          <p:cNvPr id="2" name="slide-number-9">
            <a:extLst xmlns:a="http://schemas.openxmlformats.org/drawingml/2006/main">
              <a:ext uri="{FF2B5EF4-FFF2-40B4-BE49-F238E27FC236}">
                <a16:creationId xmlns:a16="http://schemas.microsoft.com/office/drawing/2014/main" id="{8BDBE479-A4E0-474D-9C41-C387311879E3}"/>
              </a:ext>
            </a:extLst>
          </p:cNvPr>
          <p:cNvSpPr>
            <a:spLocks xmlns:a="http://schemas.openxmlformats.org/drawingml/2006/main" noGrp="1"/>
          </p:cNvSpPr>
          <p:nvPr/>
        </p:nvSpPr>
        <p:spPr>
          <a:xfrm xmlns:a="http://schemas.openxmlformats.org/drawingml/2006/main">
            <a:off x="10572750" y="6419850"/>
            <a:ext cx="1219200" cy="2095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r">
              <a:defRPr sz="975">
                <a:solidFill>
                  <a:srgbClr val="617178"/>
                </a:solidFill>
                <a:latin typeface="Helvetica Neue"/>
                <a:ea typeface="Helvetica Neue"/>
                <a:cs typeface="Helvetica Neue"/>
              </a:defRPr>
            </a:pPr>
            <a:r>
              <a:t>9</a:t>
            </a:r>
          </a:p>
        </p:txBody>
      </p:sp>
    </p:spTree>
    <p:extLst>
      <p:ext uri="{BB962C8B-B14F-4D97-AF65-F5344CB8AC3E}">
        <p14:creationId xmlns:p14="http://schemas.microsoft.com/office/powerpoint/2010/main" val="49204095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ecision-title">
            <a:extLst xmlns:a="http://schemas.openxmlformats.org/drawingml/2006/main">
              <a:ext uri="{FF2B5EF4-FFF2-40B4-BE49-F238E27FC236}">
                <a16:creationId xmlns:a16="http://schemas.microsoft.com/office/drawing/2014/main" id="{8C54B6FA-1D13-47E3-AA77-CED71E8CE330}"/>
              </a:ext>
            </a:extLst>
          </p:cNvPr>
          <p:cNvSpPr>
            <a:spLocks xmlns:a="http://schemas.openxmlformats.org/drawingml/2006/main" noGrp="1"/>
          </p:cNvSpPr>
          <p:nvPr/>
        </p:nvSpPr>
        <p:spPr>
          <a:xfrm xmlns:a="http://schemas.openxmlformats.org/drawingml/2006/main">
            <a:off x="400050" y="342900"/>
            <a:ext cx="11049000" cy="8953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3000" b="1">
                <a:solidFill>
                  <a:srgbClr val="000000"/>
                </a:solidFill>
                <a:latin typeface="Helvetica Neue"/>
                <a:ea typeface="Helvetica Neue"/>
                <a:cs typeface="Helvetica Neue"/>
              </a:defRPr>
            </a:pPr>
            <a:r>
              <a:t>Đề nghị phê duyệt chương trình thí điểm có đối chứng</a:t>
            </a:r>
          </a:p>
        </p:txBody>
      </p:sp>
      <p:sp>
        <p:nvSpPr>
          <p:cNvPr id="2" name="decision-subtitle">
            <a:extLst xmlns:a="http://schemas.openxmlformats.org/drawingml/2006/main">
              <a:ext uri="{FF2B5EF4-FFF2-40B4-BE49-F238E27FC236}">
                <a16:creationId xmlns:a16="http://schemas.microsoft.com/office/drawing/2014/main" id="{EB03DA08-4B5A-49B3-BA9D-8EB027673D1C}"/>
              </a:ext>
            </a:extLst>
          </p:cNvPr>
          <p:cNvSpPr>
            <a:spLocks xmlns:a="http://schemas.openxmlformats.org/drawingml/2006/main" noGrp="1"/>
          </p:cNvSpPr>
          <p:nvPr/>
        </p:nvSpPr>
        <p:spPr>
          <a:xfrm xmlns:a="http://schemas.openxmlformats.org/drawingml/2006/main">
            <a:off x="400050" y="1352550"/>
            <a:ext cx="11049000" cy="6667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1650">
                <a:solidFill>
                  <a:srgbClr val="617178"/>
                </a:solidFill>
                <a:latin typeface="Helvetica Neue"/>
                <a:ea typeface="Helvetica Neue"/>
                <a:cs typeface="Helvetica Neue"/>
              </a:defRPr>
            </a:pPr>
            <a:r>
              <a:t>Mục tiêu không phải chứng minh một con số tuyệt đối, mà kiểm tra liệu cơ chế mới có giảm thay đổi muộn và cải thiện tỷ lệ đúng hạn hay không.</a:t>
            </a:r>
          </a:p>
        </p:txBody>
      </p:sp>
      <p:sp>
        <p:nvSpPr>
          <p:cNvPr id="3" name="decision-card-1">
            <a:extLst xmlns:a="http://schemas.openxmlformats.org/drawingml/2006/main">
              <a:ext uri="{FF2B5EF4-FFF2-40B4-BE49-F238E27FC236}">
                <a16:creationId xmlns:a16="http://schemas.microsoft.com/office/drawing/2014/main" id="{167E00A6-0EDB-4555-8261-11765B4C375B}"/>
              </a:ext>
            </a:extLst>
          </p:cNvPr>
          <p:cNvSpPr>
            <a:spLocks xmlns:a="http://schemas.openxmlformats.org/drawingml/2006/main" noGrp="1"/>
          </p:cNvSpPr>
          <p:nvPr/>
        </p:nvSpPr>
        <p:spPr>
          <a:xfrm xmlns:a="http://schemas.openxmlformats.org/drawingml/2006/main">
            <a:off x="400050" y="2800350"/>
            <a:ext cx="3571875" cy="2381250"/>
          </a:xfrm>
          <a:prstGeom xmlns:a="http://schemas.openxmlformats.org/drawingml/2006/main" prst="roundRect">
            <a:avLst>
              <a:gd name="adj" fmla="val 3200"/>
            </a:avLst>
          </a:prstGeom>
          <a:solidFill xmlns:a="http://schemas.openxmlformats.org/drawingml/2006/main">
            <a:srgbClr val="F2F2F2"/>
          </a:solidFill>
          <a:ln xmlns:a="http://schemas.openxmlformats.org/drawingml/2006/main" w="0">
            <a:solidFill>
              <a:srgbClr val="F2F2F2"/>
            </a:solidFill>
            <a:prstDash val="solid"/>
          </a:ln>
        </p:spPr>
      </p:sp>
      <p:sp>
        <p:nvSpPr>
          <p:cNvPr id="4" name="decision-stat-1">
            <a:extLst xmlns:a="http://schemas.openxmlformats.org/drawingml/2006/main">
              <a:ext uri="{FF2B5EF4-FFF2-40B4-BE49-F238E27FC236}">
                <a16:creationId xmlns:a16="http://schemas.microsoft.com/office/drawing/2014/main" id="{21B21EBC-9627-42A8-AF84-1724667C69A1}"/>
              </a:ext>
            </a:extLst>
          </p:cNvPr>
          <p:cNvSpPr>
            <a:spLocks xmlns:a="http://schemas.openxmlformats.org/drawingml/2006/main" noGrp="1"/>
          </p:cNvSpPr>
          <p:nvPr/>
        </p:nvSpPr>
        <p:spPr>
          <a:xfrm xmlns:a="http://schemas.openxmlformats.org/drawingml/2006/main">
            <a:off x="666750" y="3105150"/>
            <a:ext cx="2905125" cy="91440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defRPr sz="3900" b="1">
                <a:solidFill>
                  <a:srgbClr val="23363D"/>
                </a:solidFill>
                <a:latin typeface="Helvetica Neue"/>
                <a:ea typeface="Helvetica Neue"/>
                <a:cs typeface="Helvetica Neue"/>
              </a:defRPr>
            </a:pPr>
            <a:r>
              <a:t>01</a:t>
            </a:r>
          </a:p>
        </p:txBody>
      </p:sp>
      <p:sp>
        <p:nvSpPr>
          <p:cNvPr id="5" name="decision-body-1">
            <a:extLst xmlns:a="http://schemas.openxmlformats.org/drawingml/2006/main">
              <a:ext uri="{FF2B5EF4-FFF2-40B4-BE49-F238E27FC236}">
                <a16:creationId xmlns:a16="http://schemas.microsoft.com/office/drawing/2014/main" id="{B369B10A-7CE8-4595-BAD4-19B58B0346DF}"/>
              </a:ext>
            </a:extLst>
          </p:cNvPr>
          <p:cNvSpPr>
            <a:spLocks xmlns:a="http://schemas.openxmlformats.org/drawingml/2006/main" noGrp="1"/>
          </p:cNvSpPr>
          <p:nvPr/>
        </p:nvSpPr>
        <p:spPr>
          <a:xfrm xmlns:a="http://schemas.openxmlformats.org/drawingml/2006/main">
            <a:off x="666750" y="4171950"/>
            <a:ext cx="2905125" cy="6858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1575">
                <a:solidFill>
                  <a:srgbClr val="23363D"/>
                </a:solidFill>
                <a:latin typeface="Helvetica Neue"/>
                <a:ea typeface="Helvetica Neue"/>
                <a:cs typeface="Helvetica Neue"/>
              </a:defRPr>
            </a:pPr>
            <a:r>
              <a:t>Nhóm dự án thí điểm
và nhóm so sánh</a:t>
            </a:r>
          </a:p>
        </p:txBody>
      </p:sp>
      <p:sp>
        <p:nvSpPr>
          <p:cNvPr id="6" name="decision-card-2">
            <a:extLst xmlns:a="http://schemas.openxmlformats.org/drawingml/2006/main">
              <a:ext uri="{FF2B5EF4-FFF2-40B4-BE49-F238E27FC236}">
                <a16:creationId xmlns:a16="http://schemas.microsoft.com/office/drawing/2014/main" id="{72A0ADB4-C4D7-4B26-927B-D84C9416CE75}"/>
              </a:ext>
            </a:extLst>
          </p:cNvPr>
          <p:cNvSpPr>
            <a:spLocks xmlns:a="http://schemas.openxmlformats.org/drawingml/2006/main" noGrp="1"/>
          </p:cNvSpPr>
          <p:nvPr/>
        </p:nvSpPr>
        <p:spPr>
          <a:xfrm xmlns:a="http://schemas.openxmlformats.org/drawingml/2006/main">
            <a:off x="4314825" y="2800350"/>
            <a:ext cx="3571875" cy="2381250"/>
          </a:xfrm>
          <a:prstGeom xmlns:a="http://schemas.openxmlformats.org/drawingml/2006/main" prst="roundRect">
            <a:avLst>
              <a:gd name="adj" fmla="val 3200"/>
            </a:avLst>
          </a:prstGeom>
          <a:solidFill xmlns:a="http://schemas.openxmlformats.org/drawingml/2006/main">
            <a:srgbClr val="F2F2F2"/>
          </a:solidFill>
          <a:ln xmlns:a="http://schemas.openxmlformats.org/drawingml/2006/main" w="0">
            <a:solidFill>
              <a:srgbClr val="F2F2F2"/>
            </a:solidFill>
            <a:prstDash val="solid"/>
          </a:ln>
        </p:spPr>
      </p:sp>
      <p:sp>
        <p:nvSpPr>
          <p:cNvPr id="7" name="decision-stat-2">
            <a:extLst xmlns:a="http://schemas.openxmlformats.org/drawingml/2006/main">
              <a:ext uri="{FF2B5EF4-FFF2-40B4-BE49-F238E27FC236}">
                <a16:creationId xmlns:a16="http://schemas.microsoft.com/office/drawing/2014/main" id="{F40C268D-9FE0-4AFB-BC2F-00E2F5D91080}"/>
              </a:ext>
            </a:extLst>
          </p:cNvPr>
          <p:cNvSpPr>
            <a:spLocks xmlns:a="http://schemas.openxmlformats.org/drawingml/2006/main" noGrp="1"/>
          </p:cNvSpPr>
          <p:nvPr/>
        </p:nvSpPr>
        <p:spPr>
          <a:xfrm xmlns:a="http://schemas.openxmlformats.org/drawingml/2006/main">
            <a:off x="4581525" y="3105150"/>
            <a:ext cx="2905125" cy="91440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defRPr sz="3900" b="1">
                <a:solidFill>
                  <a:srgbClr val="B83A32"/>
                </a:solidFill>
                <a:latin typeface="Helvetica Neue"/>
                <a:ea typeface="Helvetica Neue"/>
                <a:cs typeface="Helvetica Neue"/>
              </a:defRPr>
            </a:pPr>
            <a:r>
              <a:t>48h</a:t>
            </a:r>
          </a:p>
        </p:txBody>
      </p:sp>
      <p:sp>
        <p:nvSpPr>
          <p:cNvPr id="8" name="decision-body-2">
            <a:extLst xmlns:a="http://schemas.openxmlformats.org/drawingml/2006/main">
              <a:ext uri="{FF2B5EF4-FFF2-40B4-BE49-F238E27FC236}">
                <a16:creationId xmlns:a16="http://schemas.microsoft.com/office/drawing/2014/main" id="{01C5A64D-3108-47E8-AA35-D8A1CDF21D3F}"/>
              </a:ext>
            </a:extLst>
          </p:cNvPr>
          <p:cNvSpPr>
            <a:spLocks xmlns:a="http://schemas.openxmlformats.org/drawingml/2006/main" noGrp="1"/>
          </p:cNvSpPr>
          <p:nvPr/>
        </p:nvSpPr>
        <p:spPr>
          <a:xfrm xmlns:a="http://schemas.openxmlformats.org/drawingml/2006/main">
            <a:off x="4581525" y="4171950"/>
            <a:ext cx="2905125" cy="6858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1575">
                <a:solidFill>
                  <a:srgbClr val="23363D"/>
                </a:solidFill>
                <a:latin typeface="Helvetica Neue"/>
                <a:ea typeface="Helvetica Neue"/>
                <a:cs typeface="Helvetica Neue"/>
              </a:defRPr>
            </a:pPr>
            <a:r>
              <a:t>Thời hạn đánh giá
tác động thay đổi</a:t>
            </a:r>
          </a:p>
        </p:txBody>
      </p:sp>
      <p:sp>
        <p:nvSpPr>
          <p:cNvPr id="9" name="decision-card-3">
            <a:extLst xmlns:a="http://schemas.openxmlformats.org/drawingml/2006/main">
              <a:ext uri="{FF2B5EF4-FFF2-40B4-BE49-F238E27FC236}">
                <a16:creationId xmlns:a16="http://schemas.microsoft.com/office/drawing/2014/main" id="{FA8D5978-8F9C-4C1F-977D-7FE8C2B1269D}"/>
              </a:ext>
            </a:extLst>
          </p:cNvPr>
          <p:cNvSpPr>
            <a:spLocks xmlns:a="http://schemas.openxmlformats.org/drawingml/2006/main" noGrp="1"/>
          </p:cNvSpPr>
          <p:nvPr/>
        </p:nvSpPr>
        <p:spPr>
          <a:xfrm xmlns:a="http://schemas.openxmlformats.org/drawingml/2006/main">
            <a:off x="8229600" y="2800350"/>
            <a:ext cx="3571875" cy="2381250"/>
          </a:xfrm>
          <a:prstGeom xmlns:a="http://schemas.openxmlformats.org/drawingml/2006/main" prst="roundRect">
            <a:avLst>
              <a:gd name="adj" fmla="val 3200"/>
            </a:avLst>
          </a:prstGeom>
          <a:solidFill xmlns:a="http://schemas.openxmlformats.org/drawingml/2006/main">
            <a:srgbClr val="F2F2F2"/>
          </a:solidFill>
          <a:ln xmlns:a="http://schemas.openxmlformats.org/drawingml/2006/main" w="0">
            <a:solidFill>
              <a:srgbClr val="F2F2F2"/>
            </a:solidFill>
            <a:prstDash val="solid"/>
          </a:ln>
        </p:spPr>
      </p:sp>
      <p:sp>
        <p:nvSpPr>
          <p:cNvPr id="10" name="decision-stat-3">
            <a:extLst xmlns:a="http://schemas.openxmlformats.org/drawingml/2006/main">
              <a:ext uri="{FF2B5EF4-FFF2-40B4-BE49-F238E27FC236}">
                <a16:creationId xmlns:a16="http://schemas.microsoft.com/office/drawing/2014/main" id="{AC3B08F8-4C54-47E2-96F4-16D90C9866D7}"/>
              </a:ext>
            </a:extLst>
          </p:cNvPr>
          <p:cNvSpPr>
            <a:spLocks xmlns:a="http://schemas.openxmlformats.org/drawingml/2006/main" noGrp="1"/>
          </p:cNvSpPr>
          <p:nvPr/>
        </p:nvSpPr>
        <p:spPr>
          <a:xfrm xmlns:a="http://schemas.openxmlformats.org/drawingml/2006/main">
            <a:off x="8496300" y="3105150"/>
            <a:ext cx="2905125" cy="91440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defRPr sz="3900" b="1">
                <a:solidFill>
                  <a:srgbClr val="2F6B5C"/>
                </a:solidFill>
                <a:latin typeface="Helvetica Neue"/>
                <a:ea typeface="Helvetica Neue"/>
                <a:cs typeface="Helvetica Neue"/>
              </a:defRPr>
            </a:pPr>
            <a:r>
              <a:t>03</a:t>
            </a:r>
          </a:p>
        </p:txBody>
      </p:sp>
      <p:sp>
        <p:nvSpPr>
          <p:cNvPr id="11" name="decision-body-3">
            <a:extLst xmlns:a="http://schemas.openxmlformats.org/drawingml/2006/main">
              <a:ext uri="{FF2B5EF4-FFF2-40B4-BE49-F238E27FC236}">
                <a16:creationId xmlns:a16="http://schemas.microsoft.com/office/drawing/2014/main" id="{DB42EDEE-B81B-4480-A67F-B8BC07B99539}"/>
              </a:ext>
            </a:extLst>
          </p:cNvPr>
          <p:cNvSpPr>
            <a:spLocks xmlns:a="http://schemas.openxmlformats.org/drawingml/2006/main" noGrp="1"/>
          </p:cNvSpPr>
          <p:nvPr/>
        </p:nvSpPr>
        <p:spPr>
          <a:xfrm xmlns:a="http://schemas.openxmlformats.org/drawingml/2006/main">
            <a:off x="8496300" y="4171950"/>
            <a:ext cx="2905125" cy="6858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1575">
                <a:solidFill>
                  <a:srgbClr val="23363D"/>
                </a:solidFill>
                <a:latin typeface="Helvetica Neue"/>
                <a:ea typeface="Helvetica Neue"/>
                <a:cs typeface="Helvetica Neue"/>
              </a:defRPr>
            </a:pPr>
            <a:r>
              <a:t>Nhóm KPI: dẫn dắt,
kết quả, cân bằng</a:t>
            </a:r>
          </a:p>
        </p:txBody>
      </p:sp>
      <p:sp>
        <p:nvSpPr>
          <p:cNvPr id="12" name="decision-ask">
            <a:extLst xmlns:a="http://schemas.openxmlformats.org/drawingml/2006/main">
              <a:ext uri="{FF2B5EF4-FFF2-40B4-BE49-F238E27FC236}">
                <a16:creationId xmlns:a16="http://schemas.microsoft.com/office/drawing/2014/main" id="{B4535F97-3114-42CD-A2FC-92E8B55A02F3}"/>
              </a:ext>
            </a:extLst>
          </p:cNvPr>
          <p:cNvSpPr>
            <a:spLocks xmlns:a="http://schemas.openxmlformats.org/drawingml/2006/main" noGrp="1"/>
          </p:cNvSpPr>
          <p:nvPr/>
        </p:nvSpPr>
        <p:spPr>
          <a:xfrm xmlns:a="http://schemas.openxmlformats.org/drawingml/2006/main">
            <a:off x="400050" y="5657850"/>
            <a:ext cx="10477500" cy="4953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1800" b="1">
                <a:solidFill>
                  <a:srgbClr val="B83A32"/>
                </a:solidFill>
                <a:latin typeface="Helvetica Neue"/>
                <a:ea typeface="Helvetica Neue"/>
                <a:cs typeface="Helvetica Neue"/>
              </a:defRPr>
            </a:pPr>
            <a:r>
              <a:t>Quyết định cần hôm nay: cho phép lựa chọn phạm vi thí điểm và chốt bộ KPI trước khi triển khai.</a:t>
            </a:r>
          </a:p>
        </p:txBody>
      </p:sp>
      <p:sp>
        <p:nvSpPr>
          <p:cNvPr id="13" name="slide-number-10">
            <a:extLst xmlns:a="http://schemas.openxmlformats.org/drawingml/2006/main">
              <a:ext uri="{FF2B5EF4-FFF2-40B4-BE49-F238E27FC236}">
                <a16:creationId xmlns:a16="http://schemas.microsoft.com/office/drawing/2014/main" id="{720D7413-F335-48B7-A606-0B46D5DC8E33}"/>
              </a:ext>
            </a:extLst>
          </p:cNvPr>
          <p:cNvSpPr>
            <a:spLocks xmlns:a="http://schemas.openxmlformats.org/drawingml/2006/main" noGrp="1"/>
          </p:cNvSpPr>
          <p:nvPr/>
        </p:nvSpPr>
        <p:spPr>
          <a:xfrm xmlns:a="http://schemas.openxmlformats.org/drawingml/2006/main">
            <a:off x="10572750" y="6419850"/>
            <a:ext cx="1219200" cy="2095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r">
              <a:defRPr sz="975">
                <a:solidFill>
                  <a:srgbClr val="617178"/>
                </a:solidFill>
                <a:latin typeface="Helvetica Neue"/>
                <a:ea typeface="Helvetica Neue"/>
                <a:cs typeface="Helvetica Neue"/>
              </a:defRPr>
            </a:pPr>
            <a:r>
              <a:t>10</a:t>
            </a:r>
          </a:p>
        </p:txBody>
      </p:sp>
    </p:spTree>
    <p:extLst>
      <p:ext uri="{BB962C8B-B14F-4D97-AF65-F5344CB8AC3E}">
        <p14:creationId xmlns:p14="http://schemas.microsoft.com/office/powerpoint/2010/main" val="120793495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96231197256d4963"/>
          <a:stretch xmlns:a="http://schemas.openxmlformats.org/drawingml/2006/main"/>
        </p:blipFill>
        <p:spPr>
          <a:xfrm xmlns:a="http://schemas.openxmlformats.org/drawingml/2006/main">
            <a:off x="241445" y="266700"/>
            <a:ext cx="11709110" cy="6229350"/>
          </a:xfrm>
          <a:prstGeom xmlns:a="http://schemas.openxmlformats.org/drawingml/2006/main" prst="rect">
            <a:avLst/>
          </a:prstGeom>
        </p:spPr>
      </p:pic>
      <p:sp>
        <p:nvSpPr>
          <p:cNvPr id="2" name="slide-number-11">
            <a:extLst xmlns:a="http://schemas.openxmlformats.org/drawingml/2006/main">
              <a:ext uri="{FF2B5EF4-FFF2-40B4-BE49-F238E27FC236}">
                <a16:creationId xmlns:a16="http://schemas.microsoft.com/office/drawing/2014/main" id="{905248F8-8637-4866-8A8E-8B146F5C494D}"/>
              </a:ext>
            </a:extLst>
          </p:cNvPr>
          <p:cNvSpPr>
            <a:spLocks xmlns:a="http://schemas.openxmlformats.org/drawingml/2006/main" noGrp="1"/>
          </p:cNvSpPr>
          <p:nvPr/>
        </p:nvSpPr>
        <p:spPr>
          <a:xfrm xmlns:a="http://schemas.openxmlformats.org/drawingml/2006/main">
            <a:off x="10572750" y="6419850"/>
            <a:ext cx="1219200" cy="2095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r">
              <a:defRPr sz="975">
                <a:solidFill>
                  <a:srgbClr val="B83A32"/>
                </a:solidFill>
                <a:latin typeface="Helvetica Neue"/>
                <a:ea typeface="Helvetica Neue"/>
                <a:cs typeface="Helvetica Neue"/>
              </a:defRPr>
            </a:pPr>
            <a:r>
              <a:t>PHỤ LỤC  •  11</a:t>
            </a:r>
          </a:p>
        </p:txBody>
      </p:sp>
    </p:spTree>
    <p:extLst>
      <p:ext uri="{BB962C8B-B14F-4D97-AF65-F5344CB8AC3E}">
        <p14:creationId xmlns:p14="http://schemas.microsoft.com/office/powerpoint/2010/main" val="133692164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a8d443f431ab425a"/>
          <a:stretch xmlns:a="http://schemas.openxmlformats.org/drawingml/2006/main"/>
        </p:blipFill>
        <p:spPr>
          <a:xfrm xmlns:a="http://schemas.openxmlformats.org/drawingml/2006/main">
            <a:off x="209550" y="345506"/>
            <a:ext cx="11772900" cy="6071738"/>
          </a:xfrm>
          <a:prstGeom xmlns:a="http://schemas.openxmlformats.org/drawingml/2006/main" prst="rect">
            <a:avLst/>
          </a:prstGeom>
        </p:spPr>
      </p:pic>
      <p:sp>
        <p:nvSpPr>
          <p:cNvPr id="2" name="slide-number-12">
            <a:extLst xmlns:a="http://schemas.openxmlformats.org/drawingml/2006/main">
              <a:ext uri="{FF2B5EF4-FFF2-40B4-BE49-F238E27FC236}">
                <a16:creationId xmlns:a16="http://schemas.microsoft.com/office/drawing/2014/main" id="{70214AB1-9E0D-49BE-B0AD-8CC5B0E90670}"/>
              </a:ext>
            </a:extLst>
          </p:cNvPr>
          <p:cNvSpPr>
            <a:spLocks xmlns:a="http://schemas.openxmlformats.org/drawingml/2006/main" noGrp="1"/>
          </p:cNvSpPr>
          <p:nvPr/>
        </p:nvSpPr>
        <p:spPr>
          <a:xfrm xmlns:a="http://schemas.openxmlformats.org/drawingml/2006/main">
            <a:off x="10572750" y="6419850"/>
            <a:ext cx="1219200" cy="2095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r">
              <a:defRPr sz="975">
                <a:solidFill>
                  <a:srgbClr val="B83A32"/>
                </a:solidFill>
                <a:latin typeface="Helvetica Neue"/>
                <a:ea typeface="Helvetica Neue"/>
                <a:cs typeface="Helvetica Neue"/>
              </a:defRPr>
            </a:pPr>
            <a:r>
              <a:t>PHỤ LỤC  •  12</a:t>
            </a:r>
          </a:p>
        </p:txBody>
      </p:sp>
    </p:spTree>
    <p:extLst>
      <p:ext uri="{BB962C8B-B14F-4D97-AF65-F5344CB8AC3E}">
        <p14:creationId xmlns:p14="http://schemas.microsoft.com/office/powerpoint/2010/main" val="36409605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ca8ec08801c54c2d"/>
          <a:stretch xmlns:a="http://schemas.openxmlformats.org/drawingml/2006/main"/>
        </p:blipFill>
        <p:spPr>
          <a:xfrm xmlns:a="http://schemas.openxmlformats.org/drawingml/2006/main">
            <a:off x="209550" y="353687"/>
            <a:ext cx="11772900" cy="6055377"/>
          </a:xfrm>
          <a:prstGeom xmlns:a="http://schemas.openxmlformats.org/drawingml/2006/main" prst="rect">
            <a:avLst/>
          </a:prstGeom>
        </p:spPr>
      </p:pic>
      <p:sp>
        <p:nvSpPr>
          <p:cNvPr id="2" name="slide-number-13">
            <a:extLst xmlns:a="http://schemas.openxmlformats.org/drawingml/2006/main">
              <a:ext uri="{FF2B5EF4-FFF2-40B4-BE49-F238E27FC236}">
                <a16:creationId xmlns:a16="http://schemas.microsoft.com/office/drawing/2014/main" id="{2E241A03-5057-4091-9FF6-093F5864CA2A}"/>
              </a:ext>
            </a:extLst>
          </p:cNvPr>
          <p:cNvSpPr>
            <a:spLocks xmlns:a="http://schemas.openxmlformats.org/drawingml/2006/main" noGrp="1"/>
          </p:cNvSpPr>
          <p:nvPr/>
        </p:nvSpPr>
        <p:spPr>
          <a:xfrm xmlns:a="http://schemas.openxmlformats.org/drawingml/2006/main">
            <a:off x="10572750" y="6419850"/>
            <a:ext cx="1219200" cy="2095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r">
              <a:defRPr sz="975">
                <a:solidFill>
                  <a:srgbClr val="B83A32"/>
                </a:solidFill>
                <a:latin typeface="Helvetica Neue"/>
                <a:ea typeface="Helvetica Neue"/>
                <a:cs typeface="Helvetica Neue"/>
              </a:defRPr>
            </a:pPr>
            <a:r>
              <a:t>PHỤ LỤC  •  13</a:t>
            </a:r>
          </a:p>
        </p:txBody>
      </p:sp>
    </p:spTree>
    <p:extLst>
      <p:ext uri="{BB962C8B-B14F-4D97-AF65-F5344CB8AC3E}">
        <p14:creationId xmlns:p14="http://schemas.microsoft.com/office/powerpoint/2010/main" val="206183097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limits-title">
            <a:extLst xmlns:a="http://schemas.openxmlformats.org/drawingml/2006/main">
              <a:ext uri="{FF2B5EF4-FFF2-40B4-BE49-F238E27FC236}">
                <a16:creationId xmlns:a16="http://schemas.microsoft.com/office/drawing/2014/main" id="{763C0886-53AE-4B18-9E31-11AA898BAD74}"/>
              </a:ext>
            </a:extLst>
          </p:cNvPr>
          <p:cNvSpPr>
            <a:spLocks xmlns:a="http://schemas.openxmlformats.org/drawingml/2006/main" noGrp="1"/>
          </p:cNvSpPr>
          <p:nvPr/>
        </p:nvSpPr>
        <p:spPr>
          <a:xfrm xmlns:a="http://schemas.openxmlformats.org/drawingml/2006/main">
            <a:off x="400050" y="342900"/>
            <a:ext cx="11049000" cy="857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3000" b="1">
                <a:solidFill>
                  <a:srgbClr val="000000"/>
                </a:solidFill>
                <a:latin typeface="Helvetica Neue"/>
                <a:ea typeface="Helvetica Neue"/>
                <a:cs typeface="Helvetica Neue"/>
              </a:defRPr>
            </a:pPr>
            <a:r>
              <a:t>Ba giới hạn cần nhớ khi diễn giải kết quả</a:t>
            </a:r>
          </a:p>
        </p:txBody>
      </p:sp>
      <p:sp>
        <p:nvSpPr>
          <p:cNvPr id="2" name="limit-card-1">
            <a:extLst xmlns:a="http://schemas.openxmlformats.org/drawingml/2006/main">
              <a:ext uri="{FF2B5EF4-FFF2-40B4-BE49-F238E27FC236}">
                <a16:creationId xmlns:a16="http://schemas.microsoft.com/office/drawing/2014/main" id="{2CEC1640-64AC-4420-8AE1-D3D3745433AF}"/>
              </a:ext>
            </a:extLst>
          </p:cNvPr>
          <p:cNvSpPr>
            <a:spLocks xmlns:a="http://schemas.openxmlformats.org/drawingml/2006/main" noGrp="1"/>
          </p:cNvSpPr>
          <p:nvPr/>
        </p:nvSpPr>
        <p:spPr>
          <a:xfrm xmlns:a="http://schemas.openxmlformats.org/drawingml/2006/main">
            <a:off x="400050" y="2133600"/>
            <a:ext cx="3571875" cy="3429000"/>
          </a:xfrm>
          <a:prstGeom xmlns:a="http://schemas.openxmlformats.org/drawingml/2006/main" prst="roundRect">
            <a:avLst>
              <a:gd name="adj" fmla="val 2222"/>
            </a:avLst>
          </a:prstGeom>
          <a:solidFill xmlns:a="http://schemas.openxmlformats.org/drawingml/2006/main">
            <a:srgbClr val="F2F2F2"/>
          </a:solidFill>
        </p:spPr>
      </p:sp>
      <p:sp>
        <p:nvSpPr>
          <p:cNvPr id="3" name="limit-stat-1">
            <a:extLst xmlns:a="http://schemas.openxmlformats.org/drawingml/2006/main">
              <a:ext uri="{FF2B5EF4-FFF2-40B4-BE49-F238E27FC236}">
                <a16:creationId xmlns:a16="http://schemas.microsoft.com/office/drawing/2014/main" id="{560B6D98-41C4-4F67-A4C9-2143F12128EE}"/>
              </a:ext>
            </a:extLst>
          </p:cNvPr>
          <p:cNvSpPr>
            <a:spLocks xmlns:a="http://schemas.openxmlformats.org/drawingml/2006/main" noGrp="1"/>
          </p:cNvSpPr>
          <p:nvPr/>
        </p:nvSpPr>
        <p:spPr>
          <a:xfrm xmlns:a="http://schemas.openxmlformats.org/drawingml/2006/main">
            <a:off x="666750" y="2419350"/>
            <a:ext cx="952500" cy="57150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B83A32"/>
                </a:solidFill>
                <a:latin typeface="Helvetica Neue"/>
                <a:ea typeface="Helvetica Neue"/>
                <a:cs typeface="Helvetica Neue"/>
              </a:defRPr>
            </a:pPr>
            <a:r>
              <a:t>01</a:t>
            </a:r>
          </a:p>
        </p:txBody>
      </p:sp>
      <p:sp>
        <p:nvSpPr>
          <p:cNvPr id="4" name="limit-title-1">
            <a:extLst xmlns:a="http://schemas.openxmlformats.org/drawingml/2006/main">
              <a:ext uri="{FF2B5EF4-FFF2-40B4-BE49-F238E27FC236}">
                <a16:creationId xmlns:a16="http://schemas.microsoft.com/office/drawing/2014/main" id="{361D7C9A-6B66-45C4-9D1B-290BF9B5FCFE}"/>
              </a:ext>
            </a:extLst>
          </p:cNvPr>
          <p:cNvSpPr>
            <a:spLocks xmlns:a="http://schemas.openxmlformats.org/drawingml/2006/main" noGrp="1"/>
          </p:cNvSpPr>
          <p:nvPr/>
        </p:nvSpPr>
        <p:spPr>
          <a:xfrm xmlns:a="http://schemas.openxmlformats.org/drawingml/2006/main">
            <a:off x="666750" y="3162300"/>
            <a:ext cx="3000375" cy="6858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1800" b="1">
                <a:solidFill>
                  <a:srgbClr val="000000"/>
                </a:solidFill>
                <a:latin typeface="Helvetica Neue"/>
                <a:ea typeface="Helvetica Neue"/>
                <a:cs typeface="Helvetica Neue"/>
              </a:defRPr>
            </a:pPr>
            <a:r>
              <a:t>Tương quan không phải nhân quả</a:t>
            </a:r>
          </a:p>
        </p:txBody>
      </p:sp>
      <p:sp>
        <p:nvSpPr>
          <p:cNvPr id="5" name="limit-body-1">
            <a:extLst xmlns:a="http://schemas.openxmlformats.org/drawingml/2006/main">
              <a:ext uri="{FF2B5EF4-FFF2-40B4-BE49-F238E27FC236}">
                <a16:creationId xmlns:a16="http://schemas.microsoft.com/office/drawing/2014/main" id="{8F42A818-7798-4961-856A-8E5D0CEED315}"/>
              </a:ext>
            </a:extLst>
          </p:cNvPr>
          <p:cNvSpPr>
            <a:spLocks xmlns:a="http://schemas.openxmlformats.org/drawingml/2006/main" noGrp="1"/>
          </p:cNvSpPr>
          <p:nvPr/>
        </p:nvSpPr>
        <p:spPr>
          <a:xfrm xmlns:a="http://schemas.openxmlformats.org/drawingml/2006/main">
            <a:off x="666750" y="4095750"/>
            <a:ext cx="3000375" cy="11239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1350">
                <a:solidFill>
                  <a:srgbClr val="23363D"/>
                </a:solidFill>
                <a:latin typeface="Helvetica Neue"/>
                <a:ea typeface="Helvetica Neue"/>
                <a:cs typeface="Helvetica Neue"/>
              </a:defRPr>
            </a:pPr>
            <a:r>
              <a:t>Kết quả cho thấy mức liên hệ trong mẫu. Tác động cần được kiểm tra bằng chương trình thí điểm.</a:t>
            </a:r>
          </a:p>
        </p:txBody>
      </p:sp>
      <p:sp>
        <p:nvSpPr>
          <p:cNvPr id="6" name="limit-card-2">
            <a:extLst xmlns:a="http://schemas.openxmlformats.org/drawingml/2006/main">
              <a:ext uri="{FF2B5EF4-FFF2-40B4-BE49-F238E27FC236}">
                <a16:creationId xmlns:a16="http://schemas.microsoft.com/office/drawing/2014/main" id="{955DD903-99E9-4EB1-966C-F83D600372CD}"/>
              </a:ext>
            </a:extLst>
          </p:cNvPr>
          <p:cNvSpPr>
            <a:spLocks xmlns:a="http://schemas.openxmlformats.org/drawingml/2006/main" noGrp="1"/>
          </p:cNvSpPr>
          <p:nvPr/>
        </p:nvSpPr>
        <p:spPr>
          <a:xfrm xmlns:a="http://schemas.openxmlformats.org/drawingml/2006/main">
            <a:off x="4314825" y="2133600"/>
            <a:ext cx="3571875" cy="3429000"/>
          </a:xfrm>
          <a:prstGeom xmlns:a="http://schemas.openxmlformats.org/drawingml/2006/main" prst="roundRect">
            <a:avLst>
              <a:gd name="adj" fmla="val 2222"/>
            </a:avLst>
          </a:prstGeom>
          <a:solidFill xmlns:a="http://schemas.openxmlformats.org/drawingml/2006/main">
            <a:srgbClr val="F2F2F2"/>
          </a:solidFill>
        </p:spPr>
      </p:sp>
      <p:sp>
        <p:nvSpPr>
          <p:cNvPr id="7" name="limit-stat-2">
            <a:extLst xmlns:a="http://schemas.openxmlformats.org/drawingml/2006/main">
              <a:ext uri="{FF2B5EF4-FFF2-40B4-BE49-F238E27FC236}">
                <a16:creationId xmlns:a16="http://schemas.microsoft.com/office/drawing/2014/main" id="{9CF0446B-6CA4-4DF1-BAE6-BE3C27B06287}"/>
              </a:ext>
            </a:extLst>
          </p:cNvPr>
          <p:cNvSpPr>
            <a:spLocks xmlns:a="http://schemas.openxmlformats.org/drawingml/2006/main" noGrp="1"/>
          </p:cNvSpPr>
          <p:nvPr/>
        </p:nvSpPr>
        <p:spPr>
          <a:xfrm xmlns:a="http://schemas.openxmlformats.org/drawingml/2006/main">
            <a:off x="4581525" y="2419350"/>
            <a:ext cx="952500" cy="57150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B83A32"/>
                </a:solidFill>
                <a:latin typeface="Helvetica Neue"/>
                <a:ea typeface="Helvetica Neue"/>
                <a:cs typeface="Helvetica Neue"/>
              </a:defRPr>
            </a:pPr>
            <a:r>
              <a:t>02</a:t>
            </a:r>
          </a:p>
        </p:txBody>
      </p:sp>
      <p:sp>
        <p:nvSpPr>
          <p:cNvPr id="8" name="limit-title-2">
            <a:extLst xmlns:a="http://schemas.openxmlformats.org/drawingml/2006/main">
              <a:ext uri="{FF2B5EF4-FFF2-40B4-BE49-F238E27FC236}">
                <a16:creationId xmlns:a16="http://schemas.microsoft.com/office/drawing/2014/main" id="{64D25D56-7184-484C-B6F3-1828B05FA23E}"/>
              </a:ext>
            </a:extLst>
          </p:cNvPr>
          <p:cNvSpPr>
            <a:spLocks xmlns:a="http://schemas.openxmlformats.org/drawingml/2006/main" noGrp="1"/>
          </p:cNvSpPr>
          <p:nvPr/>
        </p:nvSpPr>
        <p:spPr>
          <a:xfrm xmlns:a="http://schemas.openxmlformats.org/drawingml/2006/main">
            <a:off x="4581525" y="3162300"/>
            <a:ext cx="3000375" cy="6858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1800" b="1">
                <a:solidFill>
                  <a:srgbClr val="000000"/>
                </a:solidFill>
                <a:latin typeface="Helvetica Neue"/>
                <a:ea typeface="Helvetica Neue"/>
                <a:cs typeface="Helvetica Neue"/>
              </a:defRPr>
            </a:pPr>
            <a:r>
              <a:t>18,8% không phải cam kết</a:t>
            </a:r>
          </a:p>
        </p:txBody>
      </p:sp>
      <p:sp>
        <p:nvSpPr>
          <p:cNvPr id="9" name="limit-body-2">
            <a:extLst xmlns:a="http://schemas.openxmlformats.org/drawingml/2006/main">
              <a:ext uri="{FF2B5EF4-FFF2-40B4-BE49-F238E27FC236}">
                <a16:creationId xmlns:a16="http://schemas.microsoft.com/office/drawing/2014/main" id="{9B854B5B-5032-45E0-9B2C-7DE12C05A33C}"/>
              </a:ext>
            </a:extLst>
          </p:cNvPr>
          <p:cNvSpPr>
            <a:spLocks xmlns:a="http://schemas.openxmlformats.org/drawingml/2006/main" noGrp="1"/>
          </p:cNvSpPr>
          <p:nvPr/>
        </p:nvSpPr>
        <p:spPr>
          <a:xfrm xmlns:a="http://schemas.openxmlformats.org/drawingml/2006/main">
            <a:off x="4581525" y="4095750"/>
            <a:ext cx="3000375" cy="11239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1350">
                <a:solidFill>
                  <a:srgbClr val="23363D"/>
                </a:solidFill>
                <a:latin typeface="Helvetica Neue"/>
                <a:ea typeface="Helvetica Neue"/>
                <a:cs typeface="Helvetica Neue"/>
              </a:defRPr>
            </a:pPr>
            <a:r>
              <a:t>Đây là phân tích độ nhạy khi mỗi dự án có thay đổi giảm tối đa một lần thay đổi.</a:t>
            </a:r>
          </a:p>
        </p:txBody>
      </p:sp>
      <p:sp>
        <p:nvSpPr>
          <p:cNvPr id="10" name="limit-card-3">
            <a:extLst xmlns:a="http://schemas.openxmlformats.org/drawingml/2006/main">
              <a:ext uri="{FF2B5EF4-FFF2-40B4-BE49-F238E27FC236}">
                <a16:creationId xmlns:a16="http://schemas.microsoft.com/office/drawing/2014/main" id="{BED7E5D1-37F6-4327-B9E6-7B5302DBA114}"/>
              </a:ext>
            </a:extLst>
          </p:cNvPr>
          <p:cNvSpPr>
            <a:spLocks xmlns:a="http://schemas.openxmlformats.org/drawingml/2006/main" noGrp="1"/>
          </p:cNvSpPr>
          <p:nvPr/>
        </p:nvSpPr>
        <p:spPr>
          <a:xfrm xmlns:a="http://schemas.openxmlformats.org/drawingml/2006/main">
            <a:off x="8229600" y="2133600"/>
            <a:ext cx="3571875" cy="3429000"/>
          </a:xfrm>
          <a:prstGeom xmlns:a="http://schemas.openxmlformats.org/drawingml/2006/main" prst="roundRect">
            <a:avLst>
              <a:gd name="adj" fmla="val 2222"/>
            </a:avLst>
          </a:prstGeom>
          <a:solidFill xmlns:a="http://schemas.openxmlformats.org/drawingml/2006/main">
            <a:srgbClr val="F2F2F2"/>
          </a:solidFill>
        </p:spPr>
      </p:sp>
      <p:sp>
        <p:nvSpPr>
          <p:cNvPr id="11" name="limit-stat-3">
            <a:extLst xmlns:a="http://schemas.openxmlformats.org/drawingml/2006/main">
              <a:ext uri="{FF2B5EF4-FFF2-40B4-BE49-F238E27FC236}">
                <a16:creationId xmlns:a16="http://schemas.microsoft.com/office/drawing/2014/main" id="{43037F95-38A5-4604-A0D2-38FA12EF2BF0}"/>
              </a:ext>
            </a:extLst>
          </p:cNvPr>
          <p:cNvSpPr>
            <a:spLocks xmlns:a="http://schemas.openxmlformats.org/drawingml/2006/main" noGrp="1"/>
          </p:cNvSpPr>
          <p:nvPr/>
        </p:nvSpPr>
        <p:spPr>
          <a:xfrm xmlns:a="http://schemas.openxmlformats.org/drawingml/2006/main">
            <a:off x="8496300" y="2419350"/>
            <a:ext cx="952500" cy="57150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B83A32"/>
                </a:solidFill>
                <a:latin typeface="Helvetica Neue"/>
                <a:ea typeface="Helvetica Neue"/>
                <a:cs typeface="Helvetica Neue"/>
              </a:defRPr>
            </a:pPr>
            <a:r>
              <a:t>03</a:t>
            </a:r>
          </a:p>
        </p:txBody>
      </p:sp>
      <p:sp>
        <p:nvSpPr>
          <p:cNvPr id="12" name="limit-title-3">
            <a:extLst xmlns:a="http://schemas.openxmlformats.org/drawingml/2006/main">
              <a:ext uri="{FF2B5EF4-FFF2-40B4-BE49-F238E27FC236}">
                <a16:creationId xmlns:a16="http://schemas.microsoft.com/office/drawing/2014/main" id="{96F80349-567B-40EC-AAF0-03303CE415E9}"/>
              </a:ext>
            </a:extLst>
          </p:cNvPr>
          <p:cNvSpPr>
            <a:spLocks xmlns:a="http://schemas.openxmlformats.org/drawingml/2006/main" noGrp="1"/>
          </p:cNvSpPr>
          <p:nvPr/>
        </p:nvSpPr>
        <p:spPr>
          <a:xfrm xmlns:a="http://schemas.openxmlformats.org/drawingml/2006/main">
            <a:off x="8496300" y="3162300"/>
            <a:ext cx="3000375" cy="6858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1800" b="1">
                <a:solidFill>
                  <a:srgbClr val="000000"/>
                </a:solidFill>
                <a:latin typeface="Helvetica Neue"/>
                <a:ea typeface="Helvetica Neue"/>
                <a:cs typeface="Helvetica Neue"/>
              </a:defRPr>
            </a:pPr>
            <a:r>
              <a:t>Không cấm mọi thay đổi</a:t>
            </a:r>
          </a:p>
        </p:txBody>
      </p:sp>
      <p:sp>
        <p:nvSpPr>
          <p:cNvPr id="13" name="limit-body-3">
            <a:extLst xmlns:a="http://schemas.openxmlformats.org/drawingml/2006/main">
              <a:ext uri="{FF2B5EF4-FFF2-40B4-BE49-F238E27FC236}">
                <a16:creationId xmlns:a16="http://schemas.microsoft.com/office/drawing/2014/main" id="{85D420A2-277B-4186-9A2B-6A8D4D24E327}"/>
              </a:ext>
            </a:extLst>
          </p:cNvPr>
          <p:cNvSpPr>
            <a:spLocks xmlns:a="http://schemas.openxmlformats.org/drawingml/2006/main" noGrp="1"/>
          </p:cNvSpPr>
          <p:nvPr/>
        </p:nvSpPr>
        <p:spPr>
          <a:xfrm xmlns:a="http://schemas.openxmlformats.org/drawingml/2006/main">
            <a:off x="8496300" y="4095750"/>
            <a:ext cx="3000375" cy="11239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1350">
                <a:solidFill>
                  <a:srgbClr val="23363D"/>
                </a:solidFill>
                <a:latin typeface="Helvetica Neue"/>
                <a:ea typeface="Helvetica Neue"/>
                <a:cs typeface="Helvetica Neue"/>
              </a:defRPr>
            </a:pPr>
            <a:r>
              <a:t>Thay đổi vì an toàn, pháp lý hoặc hiện trường vẫn được xử lý theo đúng thẩm quyền.</a:t>
            </a:r>
          </a:p>
        </p:txBody>
      </p:sp>
      <p:sp>
        <p:nvSpPr>
          <p:cNvPr id="14" name="slide-number-14">
            <a:extLst xmlns:a="http://schemas.openxmlformats.org/drawingml/2006/main">
              <a:ext uri="{FF2B5EF4-FFF2-40B4-BE49-F238E27FC236}">
                <a16:creationId xmlns:a16="http://schemas.microsoft.com/office/drawing/2014/main" id="{D9DB0B84-DC7B-4D7D-B2DF-9548C4C2B910}"/>
              </a:ext>
            </a:extLst>
          </p:cNvPr>
          <p:cNvSpPr>
            <a:spLocks xmlns:a="http://schemas.openxmlformats.org/drawingml/2006/main" noGrp="1"/>
          </p:cNvSpPr>
          <p:nvPr/>
        </p:nvSpPr>
        <p:spPr>
          <a:xfrm xmlns:a="http://schemas.openxmlformats.org/drawingml/2006/main">
            <a:off x="10572750" y="6419850"/>
            <a:ext cx="1219200" cy="2095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r">
              <a:defRPr sz="975">
                <a:solidFill>
                  <a:srgbClr val="B83A32"/>
                </a:solidFill>
                <a:latin typeface="Helvetica Neue"/>
                <a:ea typeface="Helvetica Neue"/>
                <a:cs typeface="Helvetica Neue"/>
              </a:defRPr>
            </a:pPr>
            <a:r>
              <a:t>PHỤ LỤC  •  14</a:t>
            </a:r>
          </a:p>
        </p:txBody>
      </p:sp>
    </p:spTree>
    <p:extLst>
      <p:ext uri="{BB962C8B-B14F-4D97-AF65-F5344CB8AC3E}">
        <p14:creationId xmlns:p14="http://schemas.microsoft.com/office/powerpoint/2010/main" val="1828110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2026-07-16T07:32:27.1000000Z</dcterms:created>
  <dcterms:modified xsi:type="dcterms:W3CDTF">2026-07-16T07:32:27.1010000Z</dcterms:modified>
</coreProperties>
</file>