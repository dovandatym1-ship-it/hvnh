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Phân tích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509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4882896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477316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69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4005072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137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127248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301752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206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249424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213969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274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1371600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12618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343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76756" y="4223824"/>
            <a:ext cx="822198" cy="1536896"/>
          </a:xfrm>
          <a:prstGeom prst="rect">
            <a:avLst/>
          </a:prstGeom>
          <a:gradFill rotWithShape="1">
            <a:gsLst>
              <a:gs pos="0">
                <a:srgbClr val="70D4FF"/>
              </a:gs>
              <a:gs pos="100000">
                <a:srgbClr val="3498D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6756" y="3995224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756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8430" y="3609066"/>
            <a:ext cx="822198" cy="2151654"/>
          </a:xfrm>
          <a:prstGeom prst="rect">
            <a:avLst/>
          </a:prstGeom>
          <a:gradFill rotWithShape="1">
            <a:gsLst>
              <a:gs pos="0">
                <a:srgbClr val="FF8878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8430" y="3380466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</a:defRPr>
            </a:pPr>
            <a:r>
              <a:t>168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8430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0104" y="3135189"/>
            <a:ext cx="822198" cy="2625531"/>
          </a:xfrm>
          <a:prstGeom prst="rect">
            <a:avLst/>
          </a:prstGeom>
          <a:gradFill rotWithShape="1">
            <a:gsLst>
              <a:gs pos="0">
                <a:srgbClr val="6AFFAD"/>
              </a:gs>
              <a:gs pos="100000">
                <a:srgbClr val="2ECC7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0104" y="2906589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</a:defRPr>
            </a:pPr>
            <a:r>
              <a:t>205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0104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1778" y="3429761"/>
            <a:ext cx="822198" cy="2330959"/>
          </a:xfrm>
          <a:prstGeom prst="rect">
            <a:avLst/>
          </a:prstGeom>
          <a:gradFill rotWithShape="1">
            <a:gsLst>
              <a:gs pos="0">
                <a:srgbClr val="D795F2"/>
              </a:gs>
              <a:gs pos="100000">
                <a:srgbClr val="9B59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1778" y="3201161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59B6"/>
                </a:solidFill>
              </a:defRPr>
            </a:pPr>
            <a:r>
              <a:t>182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1778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3452" y="2610083"/>
            <a:ext cx="822198" cy="3150637"/>
          </a:xfrm>
          <a:prstGeom prst="rect">
            <a:avLst/>
          </a:prstGeom>
          <a:gradFill rotWithShape="1">
            <a:gsLst>
              <a:gs pos="0">
                <a:srgbClr val="FFFF4B"/>
              </a:gs>
              <a:gs pos="100000">
                <a:srgbClr val="F1C40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3452" y="2381483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C40F"/>
                </a:solidFill>
              </a:defRPr>
            </a:pPr>
            <a:r>
              <a:t>246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3452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85126" y="1944094"/>
            <a:ext cx="822198" cy="3816626"/>
          </a:xfrm>
          <a:prstGeom prst="rect">
            <a:avLst/>
          </a:prstGeom>
          <a:gradFill rotWithShape="1">
            <a:gsLst>
              <a:gs pos="0">
                <a:srgbClr val="FFBA5E"/>
              </a:gs>
              <a:gs pos="100000">
                <a:srgbClr val="E67E2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126" y="1715494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298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5126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Q6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97280" y="5760720"/>
            <a:ext cx="7589520" cy="0"/>
          </a:xfrm>
          <a:prstGeom prst="line">
            <a:avLst/>
          </a:prstGeom>
          <a:ln w="19050">
            <a:solidFill>
              <a:srgbClr val="BDC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