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Phân tích xu hướng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185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247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308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15184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33088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50992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68896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1371600"/>
            <a:ext cx="0" cy="4389120"/>
          </a:xfrm>
          <a:prstGeom prst="line">
            <a:avLst/>
          </a:prstGeom>
          <a:ln w="63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97280" y="3624549"/>
            <a:ext cx="1517904" cy="427234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15184" y="3624549"/>
            <a:ext cx="1517904" cy="213617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33088" y="2912492"/>
            <a:ext cx="1517904" cy="925674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50992" y="2912492"/>
            <a:ext cx="1517904" cy="284823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68896" y="2627669"/>
            <a:ext cx="1517904" cy="569646"/>
          </a:xfrm>
          <a:prstGeom prst="line">
            <a:avLst/>
          </a:prstGeom>
          <a:ln w="317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24128" y="3978631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2032" y="3551397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9936" y="3765014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77840" y="2839340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95744" y="3124163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13648" y="2554517"/>
            <a:ext cx="146304" cy="14630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77463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98DB"/>
                </a:solidFill>
              </a:defRPr>
            </a:pPr>
            <a:r>
              <a:t>2025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97280" y="3225797"/>
            <a:ext cx="1517904" cy="398752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15184" y="3225797"/>
            <a:ext cx="1517904" cy="185135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33088" y="2399811"/>
            <a:ext cx="1517904" cy="1011121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50992" y="2399811"/>
            <a:ext cx="1517904" cy="313305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68896" y="1944094"/>
            <a:ext cx="1517904" cy="769022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24128" y="3551397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42032" y="3152645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59936" y="3337780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7840" y="2326659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95744" y="2639964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13648" y="1870942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35022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40864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8768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76672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4576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806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Tháng 11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0" y="6080760"/>
            <a:ext cx="109728" cy="109728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6053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2025</a:t>
            </a:r>
          </a:p>
        </p:txBody>
      </p:sp>
      <p:sp>
        <p:nvSpPr>
          <p:cNvPr id="53" name="Oval 52"/>
          <p:cNvSpPr/>
          <p:nvPr/>
        </p:nvSpPr>
        <p:spPr>
          <a:xfrm>
            <a:off x="7772400" y="6080760"/>
            <a:ext cx="109728" cy="10972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6053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