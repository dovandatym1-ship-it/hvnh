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Lịch trình thực hiện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312" y="1097280"/>
            <a:ext cx="36576" cy="530352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914400"/>
            <a:ext cx="365760" cy="3657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005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088136"/>
            <a:ext cx="1097280" cy="182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777240" y="70866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594360" y="8001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Khởi động dự 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594360" y="10744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Khảo sát nhu cầu &amp; xác định phạm vi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2240280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414016"/>
            <a:ext cx="109728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203454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1259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Thiết kế giải pháp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003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Lựa chọn kiến trúc &amp; đánh giá nguyên mẫu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3566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657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739896"/>
            <a:ext cx="1097280" cy="1828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-777240" y="336042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594360" y="34518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Phát triển triển khai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594360" y="37261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Lập trình module &amp; tích hợp hệ thống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4892040"/>
            <a:ext cx="36576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983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5065776"/>
            <a:ext cx="1097280" cy="1828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468630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47777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Kiểm thử nghiệm thu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50520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Kiểm thử chức năng &amp; kiểm thử tải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6217920"/>
            <a:ext cx="365760" cy="36576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6309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6391656"/>
            <a:ext cx="1097280" cy="1828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-777240" y="601218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-594360" y="61036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Vận hành bàn giao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594360" y="63779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Phát hành từng phần &amp; bàn giao tài liệu</a:t>
            </a:r>
          </a:p>
        </p:txBody>
      </p:sp>
      <p:sp>
        <p:nvSpPr>
          <p:cNvPr id="35" name="Oval 34"/>
          <p:cNvSpPr/>
          <p:nvPr/>
        </p:nvSpPr>
        <p:spPr>
          <a:xfrm>
            <a:off x="3584448" y="1024128"/>
            <a:ext cx="146304" cy="14630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84448" y="6327648"/>
            <a:ext cx="146304" cy="146304"/>
          </a:xfrm>
          <a:prstGeom prst="ellips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