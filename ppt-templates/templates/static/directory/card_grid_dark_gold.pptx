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Nội dung chính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377440" cy="21945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101600" dist="25400" dir="5400000" algn="tl">
              <a:srgbClr val="000000">
                <a:alpha val="15000"/>
              </a:srgbClr>
            </a:outerShdw>
          </a:effectLst>
        </p:spPr>
      </p:sp>
      <p:sp>
        <p:nvSpPr>
          <p:cNvPr id="5" name="Oval 4"/>
          <p:cNvSpPr/>
          <p:nvPr/>
        </p:nvSpPr>
        <p:spPr>
          <a:xfrm>
            <a:off x="1508760" y="1691640"/>
            <a:ext cx="640080" cy="64008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764792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Tổng quan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</a:defRPr>
            </a:pPr>
            <a:r>
              <a:t>Bối cảnh &amp; mục tiêu dự án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3429000"/>
            <a:ext cx="54864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377440" cy="2194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101600" dist="25400" dir="5400000" algn="tl">
              <a:srgbClr val="000000">
                <a:alpha val="15000"/>
              </a:srgbClr>
            </a:outerShdw>
          </a:effectLst>
        </p:spPr>
      </p:sp>
      <p:sp>
        <p:nvSpPr>
          <p:cNvPr id="11" name="Oval 10"/>
          <p:cNvSpPr/>
          <p:nvPr/>
        </p:nvSpPr>
        <p:spPr>
          <a:xfrm>
            <a:off x="4251960" y="169164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764792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468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Phân tích thị trường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834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</a:defRPr>
            </a:pPr>
            <a:r>
              <a:t>Xu hướng ngành &amp; bối cảnh cạnh tranh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429000"/>
            <a:ext cx="5486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463040"/>
            <a:ext cx="2377440" cy="21945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101600" dist="25400" dir="5400000" algn="tl">
              <a:srgbClr val="000000">
                <a:alpha val="15000"/>
              </a:srgbClr>
            </a:outerShdw>
          </a:effectLst>
        </p:spPr>
      </p:sp>
      <p:sp>
        <p:nvSpPr>
          <p:cNvPr id="17" name="Oval 16"/>
          <p:cNvSpPr/>
          <p:nvPr/>
        </p:nvSpPr>
        <p:spPr>
          <a:xfrm>
            <a:off x="6995160" y="1691640"/>
            <a:ext cx="640080" cy="64008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1764792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468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Thiết kế sản phẩm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834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</a:defRPr>
            </a:pPr>
            <a:r>
              <a:t>Tính năng cốt lõi &amp; trải nghiệm người dùng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3429000"/>
            <a:ext cx="548640" cy="3657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023360"/>
            <a:ext cx="2377440" cy="219456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101600" dist="25400" dir="5400000" algn="tl">
              <a:srgbClr val="000000">
                <a:alpha val="15000"/>
              </a:srgbClr>
            </a:outerShdw>
          </a:effectLst>
        </p:spPr>
      </p:sp>
      <p:sp>
        <p:nvSpPr>
          <p:cNvPr id="23" name="Oval 22"/>
          <p:cNvSpPr/>
          <p:nvPr/>
        </p:nvSpPr>
        <p:spPr>
          <a:xfrm>
            <a:off x="1508760" y="4251960"/>
            <a:ext cx="640080" cy="640080"/>
          </a:xfrm>
          <a:prstGeom prst="ellipse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4325112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Giải pháp kỹ thuật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</a:defRPr>
            </a:pPr>
            <a:r>
              <a:t>Thiết kế kiến trúc &amp; chọn lọc công nghệ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5989320"/>
            <a:ext cx="548640" cy="36576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83280" y="4023360"/>
            <a:ext cx="2377440" cy="219456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101600" dist="25400" dir="5400000" algn="tl">
              <a:srgbClr val="000000">
                <a:alpha val="15000"/>
              </a:srgbClr>
            </a:outerShdw>
          </a:effectLst>
        </p:spPr>
      </p:sp>
      <p:sp>
        <p:nvSpPr>
          <p:cNvPr id="29" name="Oval 28"/>
          <p:cNvSpPr/>
          <p:nvPr/>
        </p:nvSpPr>
        <p:spPr>
          <a:xfrm>
            <a:off x="4251960" y="4251960"/>
            <a:ext cx="640080" cy="64008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4325112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5029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Kế hoạch vận hành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394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</a:defRPr>
            </a:pPr>
            <a:r>
              <a:t>Chiến lược quảng bá &amp; lộ trình thực thi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5989320"/>
            <a:ext cx="548640" cy="3657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26480" y="4023360"/>
            <a:ext cx="2377440" cy="2194560"/>
          </a:xfrm>
          <a:prstGeom prst="round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101600" dist="25400" dir="5400000" algn="tl">
              <a:srgbClr val="000000">
                <a:alpha val="15000"/>
              </a:srgbClr>
            </a:outerShdw>
          </a:effectLst>
        </p:spPr>
      </p:sp>
      <p:sp>
        <p:nvSpPr>
          <p:cNvPr id="35" name="Oval 34"/>
          <p:cNvSpPr/>
          <p:nvPr/>
        </p:nvSpPr>
        <p:spPr>
          <a:xfrm>
            <a:off x="6995160" y="4251960"/>
            <a:ext cx="640080" cy="640080"/>
          </a:xfrm>
          <a:prstGeom prst="ellipse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4325112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029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Kế hoạch tài chính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394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</a:defRPr>
            </a:pPr>
            <a:r>
              <a:t>Lập ngân sách &amp; dự báo doanh thu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80" y="5989320"/>
            <a:ext cx="548640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