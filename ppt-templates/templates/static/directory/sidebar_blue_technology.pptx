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0"/>
            <a:ext cx="73152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9144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AF9"/>
                </a:solidFill>
              </a:defRPr>
            </a:pPr>
            <a:r>
              <a:t>CONTENTS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8046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8412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749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Tổng quan dự 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002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80" y="17190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7556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Phân tích thị trường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25146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26080" y="2633472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6700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Thiết kế sản phẩm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34290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6080" y="3547872"/>
            <a:ext cx="502920" cy="50292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5844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Giải pháp kỹ thuật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43434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6080" y="4462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4988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Kế hoạch vận hành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52578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6080" y="5376672"/>
            <a:ext cx="502920" cy="5029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54132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21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Kế hoạch tài chính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