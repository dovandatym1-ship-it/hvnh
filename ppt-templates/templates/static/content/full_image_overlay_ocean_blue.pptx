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237E"/>
              </a:gs>
              <a:gs pos="100000">
                <a:srgbClr val="28359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E3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374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Tuyên ngôn thương hiệu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Brand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Đảm bảo mỗi lần xuất hiện đều giữ trọn chất lượng và tính chuyên nghiệp.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F00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Tài liệu nội bộ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4D40"/>
              </a:gs>
              <a:gs pos="100000">
                <a:srgbClr val="00695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46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F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Triết lý sản phẩm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Product Philosophy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Giao phó công việc lặp lại cho mã lệnh, dành trọn sự sáng tạo cho chính nội dung.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F00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Tài liệu nội bộ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