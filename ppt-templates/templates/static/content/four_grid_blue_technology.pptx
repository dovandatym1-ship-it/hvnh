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Điểm cốt lõi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5" name="Rectangle 4"/>
          <p:cNvSpPr/>
          <p:nvPr/>
        </p:nvSpPr>
        <p:spPr>
          <a:xfrm>
            <a:off x="731520" y="1417320"/>
            <a:ext cx="54864" cy="2103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196F3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Phân tích thị trường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Tổng quan quy mô ngành, tốc độ tăng trưởng và bối cảnh cạnh tranh.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2926080"/>
            <a:ext cx="548640" cy="5486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12801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2" name="Rectangle 11"/>
          <p:cNvSpPr/>
          <p:nvPr/>
        </p:nvSpPr>
        <p:spPr>
          <a:xfrm>
            <a:off x="4754880" y="1417320"/>
            <a:ext cx="54864" cy="21031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0" y="1554480"/>
            <a:ext cx="548640" cy="54864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Thiết kế sản phẩm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Định nghĩa tính năng cốt lõi, hành trình người dùng và nguyên mẫu tương tác.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0" y="2926080"/>
            <a:ext cx="548640" cy="54864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9" name="Rectangle 18"/>
          <p:cNvSpPr/>
          <p:nvPr/>
        </p:nvSpPr>
        <p:spPr>
          <a:xfrm>
            <a:off x="731520" y="4160520"/>
            <a:ext cx="54864" cy="2103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4297680"/>
            <a:ext cx="548640" cy="54864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800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Giải pháp kỹ thuật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Phân tầng kiến trúc, lựa chọn công nghệ trọng yếu và chỉ số hiệu năng.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5669280"/>
            <a:ext cx="548640" cy="54864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5488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6" name="Rectangle 25"/>
          <p:cNvSpPr/>
          <p:nvPr/>
        </p:nvSpPr>
        <p:spPr>
          <a:xfrm>
            <a:off x="4754880" y="4160520"/>
            <a:ext cx="54864" cy="21031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429768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1E63"/>
                </a:solidFill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Kế hoạch vận hành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029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Chiến lược kênh phân phối, lộ trình triển khai và đo lường hiệu quả.</a:t>
            </a:r>
          </a:p>
        </p:txBody>
      </p:sp>
      <p:sp>
        <p:nvSpPr>
          <p:cNvPr id="31" name="Oval 30"/>
          <p:cNvSpPr/>
          <p:nvPr/>
        </p:nvSpPr>
        <p:spPr>
          <a:xfrm>
            <a:off x="7680960" y="566928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