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So sánh phương 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4572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</a:defRPr>
            </a:pPr>
            <a:r>
              <a:t>Phương pháp truyền thống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Phụ thuộc dàn trang thủ công, tốn thời gian và dễ lỗi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Nhiều bộ tài liệu khó đồng nhất phong cách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Tái sử dụng phải sao chép rồi sửa đổi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3474720" cy="4572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3935"/>
                </a:solidFill>
              </a:defRPr>
            </a:pPr>
            <a:r>
              <a:t>Giải pháp này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Script sinh hàng loạt, bàn giao trong vài phút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880360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7 bộ chủ đề đảm bảo tính nhất quán thị giác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3520440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Chỉ cần đổi tham số là tái tạo lại toàn bộ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37160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3101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93192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4572000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6583680"/>
            <a:ext cx="4572000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