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Ba ưu thế vượt trội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1920" y="1005840"/>
            <a:ext cx="1280160" cy="36576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3774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37744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25880" y="1920240"/>
            <a:ext cx="822960" cy="822960"/>
          </a:xfrm>
          <a:prstGeom prst="ellipse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0574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976D2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17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Cộng tác hiệu quả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474720"/>
            <a:ext cx="731520" cy="2743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16161"/>
                </a:solidFill>
              </a:defRPr>
            </a:pPr>
            <a:r>
              <a:t>Quy chuẩn chủ đề và bố cục thống nhất, cộng tác liên nhóm không cần liên tục căn chỉnh chi tiết thị giác.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463040"/>
            <a:ext cx="23774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463040"/>
            <a:ext cx="2377440" cy="54864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60520" y="1920240"/>
            <a:ext cx="822960" cy="82296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20574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8E3C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017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Dẫn dắt bởi dữ liệu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3474720"/>
            <a:ext cx="731520" cy="27432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365760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16161"/>
                </a:solidFill>
              </a:defRPr>
            </a:pPr>
            <a:r>
              <a:t>Trang biểu đồ được sinh trực tiếp từ dữ liệu, khi số liệu thay đổi chỉ cần chạy lại là cập nhật đồng bộ.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463040"/>
            <a:ext cx="23774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463040"/>
            <a:ext cx="2377440" cy="54864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95160" y="1920240"/>
            <a:ext cx="822960" cy="822960"/>
          </a:xfrm>
          <a:prstGeom prst="ellipse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60" y="20574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7C00"/>
                </a:solidFill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017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Liên tục phát triển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0880" y="3474720"/>
            <a:ext cx="731520" cy="2743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65760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16161"/>
                </a:solidFill>
              </a:defRPr>
            </a:pPr>
            <a:r>
              <a:t>Thêm bộ sinh mới chỉ cần đăng ký vào bảng danh mục, script hàng loạt và cấu trúc thư mục sẽ tự động thích ứng.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