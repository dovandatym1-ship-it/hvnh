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Thông tin liên 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DAB5"/>
                </a:solidFill>
              </a:defRPr>
            </a:pPr>
            <a:r>
              <a:t>Công ty TNHH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8" name="Oval 7"/>
          <p:cNvSpPr/>
          <p:nvPr/>
        </p:nvSpPr>
        <p:spPr>
          <a:xfrm>
            <a:off x="1280160" y="2903220"/>
            <a:ext cx="594360" cy="5943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Email liên hệ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contact@example.com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3" name="Oval 12"/>
          <p:cNvSpPr/>
          <p:nvPr/>
        </p:nvSpPr>
        <p:spPr>
          <a:xfrm>
            <a:off x="5029200" y="2903220"/>
            <a:ext cx="594360" cy="5943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Điện thoại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+84 24 1234 5678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8" name="Oval 17"/>
          <p:cNvSpPr/>
          <p:nvPr/>
        </p:nvSpPr>
        <p:spPr>
          <a:xfrm>
            <a:off x="1280160" y="5097780"/>
            <a:ext cx="594360" cy="5943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www.example.com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5029200" y="5097780"/>
            <a:ext cx="594360" cy="5943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Địa chỉ văn phòng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Tòa nhà Example, Số 123 Đường Cầu Giấy, Hà Nội</a:t>
            </a:r>
          </a:p>
        </p:txBody>
      </p:sp>
      <p:sp>
        <p:nvSpPr>
          <p:cNvPr id="27" name="Diamond 26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8595360" y="5943600"/>
            <a:ext cx="365760" cy="365760"/>
          </a:xfrm>
          <a:prstGeom prst="diamond">
            <a:avLst/>
          </a:prstGeom>
          <a:solidFill>
            <a:srgbClr val="A8DAB5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6492240"/>
            <a:ext cx="7680960" cy="36576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80"/>
                  </p:stCondLst>
                  <p:duration>400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2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40"/>
                  </p:stCondLst>
                  <p:duration>400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20"/>
                  </p:stCondLst>
                  <p:duration>400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400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