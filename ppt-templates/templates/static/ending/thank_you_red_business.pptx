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FF6B6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FF6B6B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Xin cảm 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Rất hân hạnh được hợp tác cùng Quý đối tác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Liên hệ với chúng tôi: 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