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333333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iamond 2"/>
          <p:cNvSpPr/>
          <p:nvPr/>
        </p:nvSpPr>
        <p:spPr>
          <a:xfrm>
            <a:off x="365760" y="365760"/>
            <a:ext cx="640080" cy="640080"/>
          </a:xfrm>
          <a:prstGeom prst="diamond">
            <a:avLst/>
          </a:prstGeom>
          <a:solidFill>
            <a:srgbClr val="C8C8C8">
              <a:alpha val="44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914400" y="182880"/>
            <a:ext cx="320040" cy="320040"/>
          </a:xfrm>
          <a:prstGeom prst="diamond">
            <a:avLst/>
          </a:prstGeom>
          <a:solidFill>
            <a:srgbClr val="C5CAE9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0" y="5669280"/>
            <a:ext cx="1371600" cy="1371600"/>
          </a:xfrm>
          <a:prstGeom prst="ellipse">
            <a:avLst/>
          </a:prstGeom>
          <a:noFill/>
          <a:ln w="15240">
            <a:solidFill>
              <a:srgbClr val="C5CAE9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91440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Quét mã kết nối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916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5CAE9"/>
                </a:solidFill>
              </a:defRPr>
            </a:pPr>
            <a:r>
              <a:t>Quét mã QR để theo dõi kênh thông tin chính thức của chúng tôi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17520" y="2377440"/>
            <a:ext cx="3108960" cy="3108960"/>
          </a:xfrm>
          <a:prstGeom prst="roundRect">
            <a:avLst/>
          </a:prstGeom>
          <a:solidFill>
            <a:srgbClr val="FFFFF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108960" y="2468880"/>
            <a:ext cx="292608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0" y="356616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9E9E9E"/>
                </a:solidFill>
              </a:defRPr>
            </a:pPr>
            <a:r>
              <a:t>Mã QR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606040"/>
            <a:ext cx="548640" cy="548640"/>
          </a:xfrm>
          <a:prstGeom prst="rect">
            <a:avLst/>
          </a:prstGeom>
          <a:solidFill>
            <a:srgbClr val="000000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49240" y="2606040"/>
            <a:ext cx="548640" cy="548640"/>
          </a:xfrm>
          <a:prstGeom prst="rect">
            <a:avLst/>
          </a:prstGeom>
          <a:solidFill>
            <a:srgbClr val="000000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46120" y="4709160"/>
            <a:ext cx="548640" cy="548640"/>
          </a:xfrm>
          <a:prstGeom prst="rect">
            <a:avLst/>
          </a:prstGeom>
          <a:solidFill>
            <a:srgbClr val="000000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585216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5CAE9"/>
                </a:solidFill>
              </a:defRPr>
            </a:pPr>
            <a:r>
              <a:t>Zalo OA: Example Official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62179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5CAE9"/>
                </a:solidFill>
              </a:defRPr>
            </a:pPr>
            <a:r>
              <a:t>Fanpage: @example.vietnam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658368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5CAE9"/>
                </a:solidFill>
              </a:defRPr>
            </a:pPr>
            <a:r>
              <a:t>Website: www.example.com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0" y="6217920"/>
            <a:ext cx="5486400" cy="36576"/>
          </a:xfrm>
          <a:prstGeom prst="rect">
            <a:avLst/>
          </a:prstGeom>
          <a:gradFill rotWithShape="1">
            <a:gsLst>
              <a:gs pos="0">
                <a:srgbClr val="C8C8C8"/>
              </a:gs>
              <a:gs pos="100000">
                <a:srgbClr val="C5CAE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0"/>
                  </p:stCondLst>
                  <p:duration>500</p:duration>
                  <p:tgtEl>
                    <p:spTgt spid="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"/>
                  </p:stCondLst>
                  <p:duration>500</p:duration>
                  <p:tgtEl>
                    <p:spTgt spid="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30"/>
                  </p:stCondLst>
                  <p:duration>500</p:duration>
                  <p:tgtEl>
                    <p:spTgt spid="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50"/>
                  </p:stCondLst>
                  <p:duration>500</p:duration>
                  <p:tgtEl>
                    <p:spTgt spid="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00"/>
                  </p:stCondLst>
                  <p:duration>500</p:duration>
                  <p:tgtEl>
                    <p:spTgt spid="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50"/>
                  </p:stCondLst>
                  <p:duration>600</p:duration>
                  <p:tgtEl>
                    <p:spTgt spid="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00"/>
                  </p:stCondLst>
                  <p:duration>600</p:duration>
                  <p:tgtEl>
                    <p:spTgt spid="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50"/>
                  </p:stCondLst>
                  <p:duration>500</p:duration>
                  <p:tgtEl>
                    <p:spTgt spid="1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00"/>
                  </p:stCondLst>
                  <p:duration>400</p:duration>
                  <p:tgtEl>
                    <p:spTgt spid="1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400</p:duration>
                  <p:tgtEl>
                    <p:spTgt spid="1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00"/>
                  </p:stCondLst>
                  <p:duration>400</p:duration>
                  <p:tgtEl>
                    <p:spTgt spid="1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00"/>
                  </p:stCondLst>
                  <p:duration>400</p:duration>
                  <p:tgtEl>
                    <p:spTgt spid="17"/>
                  </p:tgtEl>
                </p:cBhvr>
              </p:anim>
            </p:childTnLst>
            <p:nodeType>clickEffect</p:nodeType>
          </p:seq>
        </p:childTnLst>
      </p:seq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