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E040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457200" y="457200"/>
            <a:ext cx="1828800" cy="1828800"/>
          </a:xfrm>
          <a:prstGeom prst="diamond">
            <a:avLst/>
          </a:prstGeom>
          <a:noFill/>
          <a:ln w="19050">
            <a:solidFill>
              <a:srgbClr val="C5CAE9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371600" y="914400"/>
            <a:ext cx="548640" cy="548640"/>
          </a:xfrm>
          <a:prstGeom prst="diamond">
            <a:avLst/>
          </a:prstGeom>
          <a:solidFill>
            <a:srgbClr val="A882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noFill/>
          <a:ln w="15240">
            <a:solidFill>
              <a:srgbClr val="C5CAE9">
                <a:alpha val="44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7772400" y="5303520"/>
            <a:ext cx="1097280" cy="109728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31520" y="5486400"/>
            <a:ext cx="457200" cy="457200"/>
          </a:xfrm>
          <a:prstGeom prst="diamond">
            <a:avLst/>
          </a:prstGeom>
          <a:solidFill>
            <a:srgbClr val="A882FF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3383280"/>
            <a:ext cx="4572000" cy="27432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Xin cảm 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5CAE9"/>
                </a:solidFill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26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Rất hân hạnh được hợp tác cùng Quý đối tác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</a:defRPr>
            </a:pPr>
            <a:r>
              <a:t>Liên hệ với chúng tôi: contact@example.com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6217920"/>
            <a:ext cx="4572000" cy="36576"/>
          </a:xfrm>
          <a:prstGeom prst="rect">
            <a:avLst/>
          </a:prstGeom>
          <a:gradFill rotWithShape="1">
            <a:gsLst>
              <a:gs pos="0">
                <a:srgbClr val="A882FF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8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700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