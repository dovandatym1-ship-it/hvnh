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gradFill rotWithShape="1">
            <a:gsLst>
              <a:gs pos="0">
                <a:srgbClr val="000000"/>
              </a:gs>
              <a:gs pos="100000">
                <a:srgbClr val="C8C8C8"/>
              </a:gs>
            </a:gsLst>
            <a:lin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36576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000" b="1">
                <a:solidFill>
                  <a:srgbClr val="212121"/>
                </a:solidFill>
              </a:defRPr>
            </a:pPr>
            <a:r>
              <a:t>Thông tin liên hệ</a:t>
            </a:r>
          </a:p>
        </p:txBody>
      </p:sp>
      <p:sp>
        <p:nvSpPr>
          <p:cNvPr id="5" name="Rectangle 4"/>
          <p:cNvSpPr/>
          <p:nvPr/>
        </p:nvSpPr>
        <p:spPr>
          <a:xfrm>
            <a:off x="3474720" y="1051560"/>
            <a:ext cx="2194560" cy="36576"/>
          </a:xfrm>
          <a:prstGeom prst="rect">
            <a:avLst/>
          </a:prstGeom>
          <a:gradFill rotWithShape="1">
            <a:gsLst>
              <a:gs pos="0">
                <a:srgbClr val="000000"/>
              </a:gs>
              <a:gs pos="100000">
                <a:srgbClr val="C8C8C8"/>
              </a:gs>
            </a:gsLst>
            <a:lin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32588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C8C8C8"/>
                </a:solidFill>
              </a:defRPr>
            </a:pPr>
            <a:r>
              <a:t>Công ty TNHH Example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051560" y="2286000"/>
            <a:ext cx="3291840" cy="182880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  <p:spPr>
          <a:effectLst>
            <a:outerShdw blurRad="38100" dist="25400" dir="5400000" algn="tl">
              <a:srgbClr val="000000">
                <a:alpha val="10000"/>
              </a:srgbClr>
            </a:outerShdw>
          </a:effectLst>
        </p:spPr>
      </p:sp>
      <p:sp>
        <p:nvSpPr>
          <p:cNvPr id="8" name="Oval 7"/>
          <p:cNvSpPr/>
          <p:nvPr/>
        </p:nvSpPr>
        <p:spPr>
          <a:xfrm>
            <a:off x="1280160" y="2903220"/>
            <a:ext cx="594360" cy="594360"/>
          </a:xfrm>
          <a:prstGeom prst="ellipse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280160" y="2976372"/>
            <a:ext cx="594360" cy="5212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EMAIL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057400" y="2560320"/>
            <a:ext cx="2103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9E9E9E"/>
                </a:solidFill>
              </a:defRPr>
            </a:pPr>
            <a:r>
              <a:t>Email liên hệ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057400" y="2971800"/>
            <a:ext cx="21031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212121"/>
                </a:solidFill>
              </a:defRPr>
            </a:pPr>
            <a:r>
              <a:t>contact@example.com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800600" y="2286000"/>
            <a:ext cx="3291840" cy="182880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  <p:spPr>
          <a:effectLst>
            <a:outerShdw blurRad="38100" dist="25400" dir="5400000" algn="tl">
              <a:srgbClr val="000000">
                <a:alpha val="10000"/>
              </a:srgbClr>
            </a:outerShdw>
          </a:effectLst>
        </p:spPr>
      </p:sp>
      <p:sp>
        <p:nvSpPr>
          <p:cNvPr id="13" name="Oval 12"/>
          <p:cNvSpPr/>
          <p:nvPr/>
        </p:nvSpPr>
        <p:spPr>
          <a:xfrm>
            <a:off x="5029200" y="2903220"/>
            <a:ext cx="594360" cy="594360"/>
          </a:xfrm>
          <a:prstGeom prst="ellipse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029200" y="2976372"/>
            <a:ext cx="594360" cy="5212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TEL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806440" y="2560320"/>
            <a:ext cx="2103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9E9E9E"/>
                </a:solidFill>
              </a:defRPr>
            </a:pPr>
            <a:r>
              <a:t>Điện thoại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806440" y="2971800"/>
            <a:ext cx="21031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212121"/>
                </a:solidFill>
              </a:defRPr>
            </a:pPr>
            <a:r>
              <a:t>+84 24 1234 5678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1051560" y="4480560"/>
            <a:ext cx="3291840" cy="182880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  <p:spPr>
          <a:effectLst>
            <a:outerShdw blurRad="38100" dist="25400" dir="5400000" algn="tl">
              <a:srgbClr val="000000">
                <a:alpha val="10000"/>
              </a:srgbClr>
            </a:outerShdw>
          </a:effectLst>
        </p:spPr>
      </p:sp>
      <p:sp>
        <p:nvSpPr>
          <p:cNvPr id="18" name="Oval 17"/>
          <p:cNvSpPr/>
          <p:nvPr/>
        </p:nvSpPr>
        <p:spPr>
          <a:xfrm>
            <a:off x="1280160" y="5097780"/>
            <a:ext cx="594360" cy="594360"/>
          </a:xfrm>
          <a:prstGeom prst="ellipse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280160" y="5170932"/>
            <a:ext cx="594360" cy="5212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WEB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057400" y="4754880"/>
            <a:ext cx="2103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9E9E9E"/>
                </a:solidFill>
              </a:defRPr>
            </a:pPr>
            <a:r>
              <a:t>Website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057400" y="5166360"/>
            <a:ext cx="21031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212121"/>
                </a:solidFill>
              </a:defRPr>
            </a:pPr>
            <a:r>
              <a:t>www.example.com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800600" y="4480560"/>
            <a:ext cx="3291840" cy="182880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  <p:spPr>
          <a:effectLst>
            <a:outerShdw blurRad="38100" dist="25400" dir="5400000" algn="tl">
              <a:srgbClr val="000000">
                <a:alpha val="10000"/>
              </a:srgbClr>
            </a:outerShdw>
          </a:effectLst>
        </p:spPr>
      </p:sp>
      <p:sp>
        <p:nvSpPr>
          <p:cNvPr id="23" name="Oval 22"/>
          <p:cNvSpPr/>
          <p:nvPr/>
        </p:nvSpPr>
        <p:spPr>
          <a:xfrm>
            <a:off x="5029200" y="5097780"/>
            <a:ext cx="594360" cy="594360"/>
          </a:xfrm>
          <a:prstGeom prst="ellipse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029200" y="5170932"/>
            <a:ext cx="594360" cy="5212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ADDR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806440" y="4754880"/>
            <a:ext cx="2103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9E9E9E"/>
                </a:solidFill>
              </a:defRPr>
            </a:pPr>
            <a:r>
              <a:t>Địa chỉ văn phòng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806440" y="5166360"/>
            <a:ext cx="21031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212121"/>
                </a:solidFill>
              </a:defRPr>
            </a:pPr>
            <a:r>
              <a:t>Tòa nhà Example, Số 123 Đường Cầu Giấy, Hà Nội</a:t>
            </a:r>
          </a:p>
        </p:txBody>
      </p:sp>
      <p:sp>
        <p:nvSpPr>
          <p:cNvPr id="27" name="Diamond 26"/>
          <p:cNvSpPr/>
          <p:nvPr/>
        </p:nvSpPr>
        <p:spPr>
          <a:xfrm>
            <a:off x="274320" y="6217920"/>
            <a:ext cx="274320" cy="274320"/>
          </a:xfrm>
          <a:prstGeom prst="diamond">
            <a:avLst/>
          </a:prstGeom>
          <a:solidFill>
            <a:srgbClr val="C5CAE9">
              <a:alpha val="6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Diamond 27"/>
          <p:cNvSpPr/>
          <p:nvPr/>
        </p:nvSpPr>
        <p:spPr>
          <a:xfrm>
            <a:off x="8595360" y="5943600"/>
            <a:ext cx="365760" cy="365760"/>
          </a:xfrm>
          <a:prstGeom prst="diamond">
            <a:avLst/>
          </a:prstGeom>
          <a:solidFill>
            <a:srgbClr val="C8C8C8">
              <a:alpha val="5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731520" y="6492240"/>
            <a:ext cx="7680960" cy="36576"/>
          </a:xfrm>
          <a:prstGeom prst="rect">
            <a:avLst/>
          </a:prstGeom>
          <a:gradFill rotWithShape="1">
            <a:gsLst>
              <a:gs pos="0">
                <a:srgbClr val="C5CAE9"/>
              </a:gs>
              <a:gs pos="100000">
                <a:srgbClr val="C8C8C8"/>
              </a:gs>
            </a:gsLst>
            <a:lin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iming>
    <p:tnLst>
      <p:seq concurrent="1" nextAc="seek">
        <p:childTnLst>
          <p:seq concurrent="1" nextAc="seek">
            <p:childTnLst>
              <p:set>
                <p:cBhvr>
                  <p:stCondLst>
                    <p:cond delay="0"/>
                  </p:stCondLst>
                  <p:tgtEl>
                    <p:spTgt spid="3"/>
                  </p:tgtEl>
                </p:cBhvr>
                <p:attrNameLst>
                  <p:attrName>style.visibility</p:attrName>
                </p:attrNameLst>
              </p:set>
              <p:anim effect="fade" filter="in">
                <p:cBhvr>
                  <p:stCondLst>
                    <p:cond delay="0"/>
                  </p:stCondLst>
                  <p:duration>400</p:duration>
                  <p:tgtEl>
                    <p:spTgt spid="3"/>
                  </p:tgtEl>
                </p:cBhvr>
              </p:anim>
            </p:childTnLst>
            <p:nodeType>clickEffect</p:nodeType>
          </p:seq>
        </p:childTnLst>
      </p:seq>
      <p:seq concurrent="1" nextAc="seek">
        <p:childTnLst>
          <p:seq concurrent="1" nextAc="seek">
            <p:childTnLst>
              <p:set>
                <p:cBhvr>
                  <p:stCondLst>
                    <p:cond delay="0"/>
                  </p:stCondLst>
                  <p:tgtEl>
                    <p:spTgt spid="4"/>
                  </p:tgtEl>
                </p:cBhvr>
                <p:attrNameLst>
                  <p:attrName>style.visibility</p:attrName>
                </p:attrNameLst>
              </p:set>
              <p:anim effect="fade" filter="in">
                <p:cBhvr>
                  <p:stCondLst>
                    <p:cond delay="100"/>
                  </p:stCondLst>
                  <p:duration>500</p:duration>
                  <p:tgtEl>
                    <p:spTgt spid="4"/>
                  </p:tgtEl>
                </p:cBhvr>
              </p:anim>
            </p:childTnLst>
            <p:nodeType>clickEffect</p:nodeType>
          </p:seq>
        </p:childTnLst>
      </p:seq>
      <p:seq concurrent="1" nextAc="seek">
        <p:childTnLst>
          <p:seq concurrent="1" nextAc="seek">
            <p:childTnLst>
              <p:set>
                <p:cBhvr>
                  <p:stCondLst>
                    <p:cond delay="0"/>
                  </p:stCondLst>
                  <p:tgtEl>
                    <p:spTgt spid="5"/>
                  </p:tgtEl>
                </p:cBhvr>
                <p:attrNameLst>
                  <p:attrName>style.visibility</p:attrName>
                </p:attrNameLst>
              </p:set>
              <p:anim effect="fade" filter="in">
                <p:cBhvr>
                  <p:stCondLst>
                    <p:cond delay="200"/>
                  </p:stCondLst>
                  <p:duration>400</p:duration>
                  <p:tgtEl>
                    <p:spTgt spid="5"/>
                  </p:tgtEl>
                </p:cBhvr>
              </p:anim>
            </p:childTnLst>
            <p:nodeType>clickEffect</p:nodeType>
          </p:seq>
        </p:childTnLst>
      </p:seq>
      <p:seq concurrent="1" nextAc="seek">
        <p:childTnLst>
          <p:seq concurrent="1" nextAc="seek">
            <p:childTnLst>
              <p:set>
                <p:cBhvr>
                  <p:stCondLst>
                    <p:cond delay="0"/>
                  </p:stCondLst>
                  <p:tgtEl>
                    <p:spTgt spid="6"/>
                  </p:tgtEl>
                </p:cBhvr>
                <p:attrNameLst>
                  <p:attrName>style.visibility</p:attrName>
                </p:attrNameLst>
              </p:set>
              <p:anim effect="fade" filter="in">
                <p:cBhvr>
                  <p:stCondLst>
                    <p:cond delay="250"/>
                  </p:stCondLst>
                  <p:duration>500</p:duration>
                  <p:tgtEl>
                    <p:spTgt spid="6"/>
                  </p:tgtEl>
                </p:cBhvr>
              </p:anim>
            </p:childTnLst>
            <p:nodeType>clickEffect</p:nodeType>
          </p:seq>
        </p:childTnLst>
      </p:seq>
      <p:seq concurrent="1" nextAc="seek">
        <p:childTnLst>
          <p:seq concurrent="1" nextAc="seek">
            <p:childTnLst>
              <p:set>
                <p:cBhvr>
                  <p:stCondLst>
                    <p:cond delay="0"/>
                  </p:stCondLst>
                  <p:tgtEl>
                    <p:spTgt spid="7"/>
                  </p:tgtEl>
                </p:cBhvr>
                <p:attrNameLst>
                  <p:attrName>style.visibility</p:attrName>
                </p:attrNameLst>
              </p:set>
              <p:anim effect="fade" filter="in">
                <p:cBhvr>
                  <p:stCondLst>
                    <p:cond delay="300"/>
                  </p:stCondLst>
                  <p:duration>500</p:duration>
                  <p:tgtEl>
                    <p:spTgt spid="7"/>
                  </p:tgtEl>
                </p:cBhvr>
              </p:anim>
            </p:childTnLst>
            <p:nodeType>clickEffect</p:nodeType>
          </p:seq>
        </p:childTnLst>
      </p:seq>
      <p:seq concurrent="1" nextAc="seek">
        <p:childTnLst>
          <p:seq concurrent="1" nextAc="seek">
            <p:childTnLst>
              <p:set>
                <p:cBhvr>
                  <p:stCondLst>
                    <p:cond delay="0"/>
                  </p:stCondLst>
                  <p:tgtEl>
                    <p:spTgt spid="8"/>
                  </p:tgtEl>
                </p:cBhvr>
                <p:attrNameLst>
                  <p:attrName>style.visibility</p:attrName>
                </p:attrNameLst>
              </p:set>
              <p:anim effect="fade" filter="in">
                <p:cBhvr>
                  <p:stCondLst>
                    <p:cond delay="380"/>
                  </p:stCondLst>
                  <p:duration>400</p:duration>
                  <p:tgtEl>
                    <p:spTgt spid="8"/>
                  </p:tgtEl>
                </p:cBhvr>
              </p:anim>
            </p:childTnLst>
            <p:nodeType>clickEffect</p:nodeType>
          </p:seq>
        </p:childTnLst>
      </p:seq>
      <p:seq concurrent="1" nextAc="seek">
        <p:childTnLst>
          <p:seq concurrent="1" nextAc="seek">
            <p:childTnLst>
              <p:set>
                <p:cBhvr>
                  <p:stCondLst>
                    <p:cond delay="0"/>
                  </p:stCondLst>
                  <p:tgtEl>
                    <p:spTgt spid="12"/>
                  </p:tgtEl>
                </p:cBhvr>
                <p:attrNameLst>
                  <p:attrName>style.visibility</p:attrName>
                </p:attrNameLst>
              </p:set>
              <p:anim effect="fade" filter="in">
                <p:cBhvr>
                  <p:stCondLst>
                    <p:cond delay="420"/>
                  </p:stCondLst>
                  <p:duration>500</p:duration>
                  <p:tgtEl>
                    <p:spTgt spid="12"/>
                  </p:tgtEl>
                </p:cBhvr>
              </p:anim>
            </p:childTnLst>
            <p:nodeType>clickEffect</p:nodeType>
          </p:seq>
        </p:childTnLst>
      </p:seq>
      <p:seq concurrent="1" nextAc="seek">
        <p:childTnLst>
          <p:seq concurrent="1" nextAc="seek">
            <p:childTnLst>
              <p:set>
                <p:cBhvr>
                  <p:stCondLst>
                    <p:cond delay="0"/>
                  </p:stCondLst>
                  <p:tgtEl>
                    <p:spTgt spid="13"/>
                  </p:tgtEl>
                </p:cBhvr>
                <p:attrNameLst>
                  <p:attrName>style.visibility</p:attrName>
                </p:attrNameLst>
              </p:set>
              <p:anim effect="fade" filter="in">
                <p:cBhvr>
                  <p:stCondLst>
                    <p:cond delay="500"/>
                  </p:stCondLst>
                  <p:duration>400</p:duration>
                  <p:tgtEl>
                    <p:spTgt spid="13"/>
                  </p:tgtEl>
                </p:cBhvr>
              </p:anim>
            </p:childTnLst>
            <p:nodeType>clickEffect</p:nodeType>
          </p:seq>
        </p:childTnLst>
      </p:seq>
      <p:seq concurrent="1" nextAc="seek">
        <p:childTnLst>
          <p:seq concurrent="1" nextAc="seek">
            <p:childTnLst>
              <p:set>
                <p:cBhvr>
                  <p:stCondLst>
                    <p:cond delay="0"/>
                  </p:stCondLst>
                  <p:tgtEl>
                    <p:spTgt spid="17"/>
                  </p:tgtEl>
                </p:cBhvr>
                <p:attrNameLst>
                  <p:attrName>style.visibility</p:attrName>
                </p:attrNameLst>
              </p:set>
              <p:anim effect="fade" filter="in">
                <p:cBhvr>
                  <p:stCondLst>
                    <p:cond delay="540"/>
                  </p:stCondLst>
                  <p:duration>500</p:duration>
                  <p:tgtEl>
                    <p:spTgt spid="17"/>
                  </p:tgtEl>
                </p:cBhvr>
              </p:anim>
            </p:childTnLst>
            <p:nodeType>clickEffect</p:nodeType>
          </p:seq>
        </p:childTnLst>
      </p:seq>
      <p:seq concurrent="1" nextAc="seek">
        <p:childTnLst>
          <p:seq concurrent="1" nextAc="seek">
            <p:childTnLst>
              <p:set>
                <p:cBhvr>
                  <p:stCondLst>
                    <p:cond delay="0"/>
                  </p:stCondLst>
                  <p:tgtEl>
                    <p:spTgt spid="18"/>
                  </p:tgtEl>
                </p:cBhvr>
                <p:attrNameLst>
                  <p:attrName>style.visibility</p:attrName>
                </p:attrNameLst>
              </p:set>
              <p:anim effect="fade" filter="in">
                <p:cBhvr>
                  <p:stCondLst>
                    <p:cond delay="620"/>
                  </p:stCondLst>
                  <p:duration>400</p:duration>
                  <p:tgtEl>
                    <p:spTgt spid="18"/>
                  </p:tgtEl>
                </p:cBhvr>
              </p:anim>
            </p:childTnLst>
            <p:nodeType>clickEffect</p:nodeType>
          </p:seq>
        </p:childTnLst>
      </p:seq>
      <p:seq concurrent="1" nextAc="seek">
        <p:childTnLst>
          <p:seq concurrent="1" nextAc="seek">
            <p:childTnLst>
              <p:set>
                <p:cBhvr>
                  <p:stCondLst>
                    <p:cond delay="0"/>
                  </p:stCondLst>
                  <p:tgtEl>
                    <p:spTgt spid="22"/>
                  </p:tgtEl>
                </p:cBhvr>
                <p:attrNameLst>
                  <p:attrName>style.visibility</p:attrName>
                </p:attrNameLst>
              </p:set>
              <p:anim effect="fade" filter="in">
                <p:cBhvr>
                  <p:stCondLst>
                    <p:cond delay="660"/>
                  </p:stCondLst>
                  <p:duration>500</p:duration>
                  <p:tgtEl>
                    <p:spTgt spid="22"/>
                  </p:tgtEl>
                </p:cBhvr>
              </p:anim>
            </p:childTnLst>
            <p:nodeType>clickEffect</p:nodeType>
          </p:seq>
        </p:childTnLst>
      </p:seq>
      <p:seq concurrent="1" nextAc="seek">
        <p:childTnLst>
          <p:seq concurrent="1" nextAc="seek">
            <p:childTnLst>
              <p:set>
                <p:cBhvr>
                  <p:stCondLst>
                    <p:cond delay="0"/>
                  </p:stCondLst>
                  <p:tgtEl>
                    <p:spTgt spid="23"/>
                  </p:tgtEl>
                </p:cBhvr>
                <p:attrNameLst>
                  <p:attrName>style.visibility</p:attrName>
                </p:attrNameLst>
              </p:set>
              <p:anim effect="fade" filter="in">
                <p:cBhvr>
                  <p:stCondLst>
                    <p:cond delay="740"/>
                  </p:stCondLst>
                  <p:duration>400</p:duration>
                  <p:tgtEl>
                    <p:spTgt spid="23"/>
                  </p:tgtEl>
                </p:cBhvr>
              </p:anim>
            </p:childTnLst>
            <p:nodeType>clickEffect</p:nodeType>
          </p:seq>
        </p:childTnLst>
      </p:seq>
      <p:seq concurrent="1" nextAc="seek">
        <p:childTnLst>
          <p:seq concurrent="1" nextAc="seek">
            <p:childTnLst>
              <p:set>
                <p:cBhvr>
                  <p:stCondLst>
                    <p:cond delay="0"/>
                  </p:stCondLst>
                  <p:tgtEl>
                    <p:spTgt spid="27"/>
                  </p:tgtEl>
                </p:cBhvr>
                <p:attrNameLst>
                  <p:attrName>style.visibility</p:attrName>
                </p:attrNameLst>
              </p:set>
              <p:anim effect="fade" filter="in">
                <p:cBhvr>
                  <p:stCondLst>
                    <p:cond delay="800"/>
                  </p:stCondLst>
                  <p:duration>400</p:duration>
                  <p:tgtEl>
                    <p:spTgt spid="27"/>
                  </p:tgtEl>
                </p:cBhvr>
              </p:anim>
            </p:childTnLst>
            <p:nodeType>clickEffect</p:nodeType>
          </p:seq>
        </p:childTnLst>
      </p:seq>
      <p:seq concurrent="1" nextAc="seek">
        <p:childTnLst>
          <p:seq concurrent="1" nextAc="seek">
            <p:childTnLst>
              <p:set>
                <p:cBhvr>
                  <p:stCondLst>
                    <p:cond delay="0"/>
                  </p:stCondLst>
                  <p:tgtEl>
                    <p:spTgt spid="28"/>
                  </p:tgtEl>
                </p:cBhvr>
                <p:attrNameLst>
                  <p:attrName>style.visibility</p:attrName>
                </p:attrNameLst>
              </p:set>
              <p:anim effect="fade" filter="in">
                <p:cBhvr>
                  <p:stCondLst>
                    <p:cond delay="820"/>
                  </p:stCondLst>
                  <p:duration>400</p:duration>
                  <p:tgtEl>
                    <p:spTgt spid="28"/>
                  </p:tgtEl>
                </p:cBhvr>
              </p:anim>
            </p:childTnLst>
            <p:nodeType>clickEffect</p:nodeType>
          </p:seq>
        </p:childTnLst>
      </p:seq>
      <p:seq concurrent="1" nextAc="seek">
        <p:childTnLst>
          <p:seq concurrent="1" nextAc="seek">
            <p:childTnLst>
              <p:set>
                <p:cBhvr>
                  <p:stCondLst>
                    <p:cond delay="0"/>
                  </p:stCondLst>
                  <p:tgtEl>
                    <p:spTgt spid="29"/>
                  </p:tgtEl>
                </p:cBhvr>
                <p:attrNameLst>
                  <p:attrName>style.visibility</p:attrName>
                </p:attrNameLst>
              </p:set>
              <p:anim effect="fade" filter="in">
                <p:cBhvr>
                  <p:stCondLst>
                    <p:cond delay="850"/>
                  </p:stCondLst>
                  <p:duration>400</p:duration>
                  <p:tgtEl>
                    <p:spTgt spid="29"/>
                  </p:tgtEl>
                </p:cBhvr>
              </p:anim>
            </p:childTnLst>
            <p:nodeType>clickEffect</p:nodeType>
          </p:seq>
        </p:childTnLst>
      </p:seq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