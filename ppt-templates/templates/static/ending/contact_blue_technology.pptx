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gradFill rotWithShape="1">
            <a:gsLst>
              <a:gs pos="0">
                <a:srgbClr val="0066CC"/>
              </a:gs>
              <a:gs pos="100000">
                <a:srgbClr val="00B4D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12121"/>
                </a:solidFill>
              </a:defRPr>
            </a:pPr>
            <a:r>
              <a:t>Thông tin liên hệ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1051560"/>
            <a:ext cx="2194560" cy="36576"/>
          </a:xfrm>
          <a:prstGeom prst="rect">
            <a:avLst/>
          </a:prstGeom>
          <a:gradFill rotWithShape="1">
            <a:gsLst>
              <a:gs pos="0">
                <a:srgbClr val="0066CC"/>
              </a:gs>
              <a:gs pos="100000">
                <a:srgbClr val="00B4D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B4D8"/>
                </a:solidFill>
              </a:defRPr>
            </a:pPr>
            <a:r>
              <a:t>Công ty TNHH Example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2286000"/>
            <a:ext cx="329184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38100" dist="25400" dir="5400000" algn="tl">
              <a:srgbClr val="000000">
                <a:alpha val="10000"/>
              </a:srgbClr>
            </a:outerShdw>
          </a:effectLst>
        </p:spPr>
      </p:sp>
      <p:sp>
        <p:nvSpPr>
          <p:cNvPr id="8" name="Oval 7"/>
          <p:cNvSpPr/>
          <p:nvPr/>
        </p:nvSpPr>
        <p:spPr>
          <a:xfrm>
            <a:off x="1280160" y="2903220"/>
            <a:ext cx="594360" cy="59436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976372"/>
            <a:ext cx="5943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EMAIL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2560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E9E9E"/>
                </a:solidFill>
              </a:defRPr>
            </a:pPr>
            <a:r>
              <a:t>Email liên hệ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29718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contact@example.com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0600" y="2286000"/>
            <a:ext cx="329184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38100" dist="25400" dir="5400000" algn="tl">
              <a:srgbClr val="000000">
                <a:alpha val="10000"/>
              </a:srgbClr>
            </a:outerShdw>
          </a:effectLst>
        </p:spPr>
      </p:sp>
      <p:sp>
        <p:nvSpPr>
          <p:cNvPr id="13" name="Oval 12"/>
          <p:cNvSpPr/>
          <p:nvPr/>
        </p:nvSpPr>
        <p:spPr>
          <a:xfrm>
            <a:off x="5029200" y="2903220"/>
            <a:ext cx="594360" cy="59436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2976372"/>
            <a:ext cx="5943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2560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E9E9E"/>
                </a:solidFill>
              </a:defRPr>
            </a:pPr>
            <a:r>
              <a:t>Điện thoại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29718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+84 24 1234 5678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4480560"/>
            <a:ext cx="329184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38100" dist="25400" dir="5400000" algn="tl">
              <a:srgbClr val="000000">
                <a:alpha val="10000"/>
              </a:srgbClr>
            </a:outerShdw>
          </a:effectLst>
        </p:spPr>
      </p:sp>
      <p:sp>
        <p:nvSpPr>
          <p:cNvPr id="18" name="Oval 17"/>
          <p:cNvSpPr/>
          <p:nvPr/>
        </p:nvSpPr>
        <p:spPr>
          <a:xfrm>
            <a:off x="1280160" y="5097780"/>
            <a:ext cx="594360" cy="59436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5170932"/>
            <a:ext cx="5943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WEB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754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E9E9E"/>
                </a:solidFill>
              </a:defRPr>
            </a:pPr>
            <a:r>
              <a:t>Website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51663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www.example.com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00600" y="4480560"/>
            <a:ext cx="329184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38100" dist="25400" dir="5400000" algn="tl">
              <a:srgbClr val="000000">
                <a:alpha val="10000"/>
              </a:srgbClr>
            </a:outerShdw>
          </a:effectLst>
        </p:spPr>
      </p:sp>
      <p:sp>
        <p:nvSpPr>
          <p:cNvPr id="23" name="Oval 22"/>
          <p:cNvSpPr/>
          <p:nvPr/>
        </p:nvSpPr>
        <p:spPr>
          <a:xfrm>
            <a:off x="5029200" y="5097780"/>
            <a:ext cx="594360" cy="59436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0" y="5170932"/>
            <a:ext cx="5943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ADDR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4754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E9E9E"/>
                </a:solidFill>
              </a:defRPr>
            </a:pPr>
            <a:r>
              <a:t>Địa chỉ văn phòng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51663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Tòa nhà Example, Số 123 Đường Cầu Giấy, Hà Nội</a:t>
            </a:r>
          </a:p>
        </p:txBody>
      </p:sp>
      <p:sp>
        <p:nvSpPr>
          <p:cNvPr id="27" name="Diamond 26"/>
          <p:cNvSpPr/>
          <p:nvPr/>
        </p:nvSpPr>
        <p:spPr>
          <a:xfrm>
            <a:off x="274320" y="6217920"/>
            <a:ext cx="274320" cy="274320"/>
          </a:xfrm>
          <a:prstGeom prst="diamond">
            <a:avLst/>
          </a:prstGeom>
          <a:solidFill>
            <a:srgbClr val="C5CAE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iamond 27"/>
          <p:cNvSpPr/>
          <p:nvPr/>
        </p:nvSpPr>
        <p:spPr>
          <a:xfrm>
            <a:off x="8595360" y="5943600"/>
            <a:ext cx="365760" cy="365760"/>
          </a:xfrm>
          <a:prstGeom prst="diamond">
            <a:avLst/>
          </a:prstGeom>
          <a:solidFill>
            <a:srgbClr val="00B4D8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6492240"/>
            <a:ext cx="7680960" cy="36576"/>
          </a:xfrm>
          <a:prstGeom prst="rect">
            <a:avLst/>
          </a:prstGeom>
          <a:gradFill rotWithShape="1">
            <a:gsLst>
              <a:gs pos="0">
                <a:srgbClr val="C5CAE9"/>
              </a:gs>
              <a:gs pos="100000">
                <a:srgbClr val="00B4D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400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400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50"/>
                  </p:stCondLst>
                  <p:duration>500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80"/>
                  </p:stCondLst>
                  <p:duration>400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20"/>
                  </p:stCondLst>
                  <p:duration>500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400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40"/>
                  </p:stCondLst>
                  <p:duration>500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20"/>
                  </p:stCondLst>
                  <p:duration>400</p:duration>
                  <p:tgtEl>
                    <p:spTgt spid="1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60"/>
                  </p:stCondLst>
                  <p:duration>500</p:duration>
                  <p:tgtEl>
                    <p:spTgt spid="2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40"/>
                  </p:stCondLst>
                  <p:duration>400</p:duration>
                  <p:tgtEl>
                    <p:spTgt spid="2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400</p:duration>
                  <p:tgtEl>
                    <p:spTgt spid="2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20"/>
                  </p:stCondLst>
                  <p:duration>400</p:duration>
                  <p:tgtEl>
                    <p:spTgt spid="2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50"/>
                  </p:stCondLst>
                  <p:duration>400</p:duration>
                  <p:tgtEl>
                    <p:spTgt spid="29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