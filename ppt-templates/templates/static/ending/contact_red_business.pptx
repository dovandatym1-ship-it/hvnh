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Thông tin liên 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6B6B"/>
                </a:solidFill>
              </a:defRPr>
            </a:pPr>
            <a:r>
              <a:t>Công ty TNHH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Email liên hệ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Điện thoại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+84 24 1234 5678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Địa chỉ văn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Tòa nhà Example, Số 123 Đường Cầu Giấy, Hà Nội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