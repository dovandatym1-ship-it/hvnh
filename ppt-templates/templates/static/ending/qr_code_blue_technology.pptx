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066CC"/>
              </a:gs>
              <a:gs pos="100000">
                <a:srgbClr val="00CC9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365760" y="365760"/>
            <a:ext cx="640080" cy="640080"/>
          </a:xfrm>
          <a:prstGeom prst="diamond">
            <a:avLst/>
          </a:prstGeom>
          <a:solidFill>
            <a:srgbClr val="00B4D8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914400" y="182880"/>
            <a:ext cx="320040" cy="320040"/>
          </a:xfrm>
          <a:prstGeom prst="diamond">
            <a:avLst/>
          </a:prstGeom>
          <a:solidFill>
            <a:srgbClr val="C5CAE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0" y="5669280"/>
            <a:ext cx="1371600" cy="1371600"/>
          </a:xfrm>
          <a:prstGeom prst="ellipse">
            <a:avLst/>
          </a:prstGeom>
          <a:noFill/>
          <a:ln w="15240">
            <a:solidFill>
              <a:srgbClr val="C5CAE9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9144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Quét mã kết nối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916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5CAE9"/>
                </a:solidFill>
              </a:defRPr>
            </a:pPr>
            <a:r>
              <a:t>Quét mã QR để theo dõi kênh thông tin chính thức của chúng tôi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2377440"/>
            <a:ext cx="3108960" cy="3108960"/>
          </a:xfrm>
          <a:prstGeom prst="round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08960" y="2468880"/>
            <a:ext cx="292608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35661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E9E9E"/>
                </a:solidFill>
              </a:defRPr>
            </a:pPr>
            <a:r>
              <a:t>Mã QR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606040"/>
            <a:ext cx="548640" cy="548640"/>
          </a:xfrm>
          <a:prstGeom prst="rect">
            <a:avLst/>
          </a:prstGeom>
          <a:solidFill>
            <a:srgbClr val="0066CC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49240" y="2606040"/>
            <a:ext cx="548640" cy="548640"/>
          </a:xfrm>
          <a:prstGeom prst="rect">
            <a:avLst/>
          </a:prstGeom>
          <a:solidFill>
            <a:srgbClr val="0066CC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4709160"/>
            <a:ext cx="548640" cy="548640"/>
          </a:xfrm>
          <a:prstGeom prst="rect">
            <a:avLst/>
          </a:prstGeom>
          <a:solidFill>
            <a:srgbClr val="0066CC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58521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5CAE9"/>
                </a:solidFill>
              </a:defRPr>
            </a:pPr>
            <a:r>
              <a:t>Zalo OA: Example Official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62179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5CAE9"/>
                </a:solidFill>
              </a:defRPr>
            </a:pPr>
            <a:r>
              <a:t>Fanpage: @example.vietnam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65836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5CAE9"/>
                </a:solidFill>
              </a:defRPr>
            </a:pPr>
            <a:r>
              <a:t>Website: www.example.com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6217920"/>
            <a:ext cx="5486400" cy="36576"/>
          </a:xfrm>
          <a:prstGeom prst="rect">
            <a:avLst/>
          </a:prstGeom>
          <a:gradFill rotWithShape="1">
            <a:gsLst>
              <a:gs pos="0">
                <a:srgbClr val="00B4D8"/>
              </a:gs>
              <a:gs pos="100000">
                <a:srgbClr val="C5CAE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500</p:duration>
                  <p:tgtEl>
                    <p:spTgt spid="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3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500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50"/>
                  </p:stCondLst>
                  <p:duration>600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50"/>
                  </p:stCondLst>
                  <p:duration>500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400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400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400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400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