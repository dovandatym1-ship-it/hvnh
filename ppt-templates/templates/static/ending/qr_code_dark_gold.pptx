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FFD7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Quét mã kết nối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Quét mã QR để theo dõi kênh thông tin chính thức của chúng tôi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Mã QR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Zalo OA: Example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Fanpage: @example.vietnam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Website: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