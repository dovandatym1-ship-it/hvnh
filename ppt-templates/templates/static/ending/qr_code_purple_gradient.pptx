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A882F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7B2FB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