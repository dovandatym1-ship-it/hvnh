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00B4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00B4D8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Xin cảm 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Rất hân hạnh được hợp tác cùng Quý đối tác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Liên hệ với chúng tôi: 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