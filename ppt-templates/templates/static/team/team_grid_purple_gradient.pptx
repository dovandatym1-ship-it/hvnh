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Đội ngũ nòng cốt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Minh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CEO Giám đốc điều hành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Lê Hoa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CTO Giám đốc công nghệ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Vương Phương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CPO Giám đốc sản phẩm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Triệu Cường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CFO Giám đốc tài chính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Tĩnh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COO Giám đốc vận hành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Lưu Vĩ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CMO Giám đốc tiếp thị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