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65760" y="365760"/>
            <a:ext cx="320040" cy="32004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22960" y="228600"/>
            <a:ext cx="182880" cy="182880"/>
          </a:xfrm>
          <a:prstGeom prst="diamond">
            <a:avLst/>
          </a:prstGeom>
          <a:solidFill>
            <a:srgbClr val="00B4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1828800" cy="36576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046720" y="5943600"/>
            <a:ext cx="457200" cy="457200"/>
          </a:xfrm>
          <a:prstGeom prst="diamond">
            <a:avLst/>
          </a:prstGeom>
          <a:solidFill>
            <a:srgbClr val="C5CAE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412480" y="5669280"/>
            <a:ext cx="228600" cy="228600"/>
          </a:xfrm>
          <a:prstGeom prst="diamond">
            <a:avLst/>
          </a:prstGeom>
          <a:solidFill>
            <a:srgbClr val="00B4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298448"/>
            <a:ext cx="2706624" cy="2706624"/>
          </a:xfrm>
          <a:prstGeom prst="ellipse">
            <a:avLst/>
          </a:prstGeom>
          <a:noFill/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371600"/>
            <a:ext cx="2560320" cy="2560320"/>
          </a:xfrm>
          <a:prstGeom prst="ellipse">
            <a:avLst/>
          </a:prstGeom>
          <a:solidFill>
            <a:srgbClr val="0066C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828800"/>
            <a:ext cx="1005840" cy="1005840"/>
          </a:xfrm>
          <a:prstGeom prst="ellipse">
            <a:avLst/>
          </a:prstGeom>
          <a:solidFill>
            <a:srgbClr val="00CC9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834640"/>
            <a:ext cx="1554480" cy="914400"/>
          </a:xfrm>
          <a:prstGeom prst="ellipse">
            <a:avLst/>
          </a:prstGeom>
          <a:solidFill>
            <a:srgbClr val="00CC99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463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Họ và tên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</a:defRPr>
            </a:pPr>
            <a:r>
              <a:t>Chức vụ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017520"/>
            <a:ext cx="2286000" cy="4572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Thông tin giới thiệu cá nhân, có thể bao gồm nhiều dòng mô tả.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7680960" cy="27432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600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