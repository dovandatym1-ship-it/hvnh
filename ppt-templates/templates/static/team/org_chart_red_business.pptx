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Cơ cấu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Nguyễn Văn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Tổng Giám đốc (CEO)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Trần Thị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Kỹ thuật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Lê Văn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Sản phẩm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Phạm Minh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Vận hành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Hoàng Anh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Frontend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Vũ Hải 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Backend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Đặng Quốc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Sản phẩm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Bùi Mai 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Marketing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