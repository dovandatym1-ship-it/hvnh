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65760" y="365760"/>
            <a:ext cx="320040" cy="32004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822960" y="228600"/>
            <a:ext cx="182880" cy="182880"/>
          </a:xfrm>
          <a:prstGeom prst="diamond">
            <a:avLst/>
          </a:prstGeom>
          <a:solidFill>
            <a:srgbClr val="FFD7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5303520"/>
            <a:ext cx="1828800" cy="36576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8046720" y="5943600"/>
            <a:ext cx="457200" cy="457200"/>
          </a:xfrm>
          <a:prstGeom prst="diamond">
            <a:avLst/>
          </a:prstGeom>
          <a:solidFill>
            <a:srgbClr val="C5CAE9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8412480" y="5669280"/>
            <a:ext cx="228600" cy="228600"/>
          </a:xfrm>
          <a:prstGeom prst="diamond">
            <a:avLst/>
          </a:prstGeom>
          <a:solidFill>
            <a:srgbClr val="FFD7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298448"/>
            <a:ext cx="2706624" cy="2706624"/>
          </a:xfrm>
          <a:prstGeom prst="ellipse">
            <a:avLst/>
          </a:prstGeom>
          <a:noFill/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371600"/>
            <a:ext cx="2560320" cy="2560320"/>
          </a:xfrm>
          <a:prstGeom prst="ellipse">
            <a:avLst/>
          </a:prstGeom>
          <a:solidFill>
            <a:srgbClr val="C9A96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1828800"/>
            <a:ext cx="1005840" cy="1005840"/>
          </a:xfrm>
          <a:prstGeom prst="ellipse">
            <a:avLst/>
          </a:prstGeom>
          <a:solidFill>
            <a:srgbClr val="B48C5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34440" y="2834640"/>
            <a:ext cx="1554480" cy="914400"/>
          </a:xfrm>
          <a:prstGeom prst="ellipse">
            <a:avLst/>
          </a:prstGeom>
          <a:solidFill>
            <a:srgbClr val="B48C50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4630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121"/>
                </a:solidFill>
              </a:defRPr>
            </a:pPr>
            <a:r>
              <a:t>Họ và tên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2860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700"/>
                </a:solidFill>
              </a:defRPr>
            </a:pPr>
            <a:r>
              <a:t>Chức vụ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3017520"/>
            <a:ext cx="2286000" cy="45720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32918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Thông tin giới thiệu cá nhân, có thể bao gồm nhiều dòng mô tả.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17920"/>
            <a:ext cx="7680960" cy="27432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600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