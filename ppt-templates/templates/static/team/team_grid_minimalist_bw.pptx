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Đội ngũ nòng cốt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Minh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</a:defRPr>
            </a:pPr>
            <a:r>
              <a:t>CEO Giám đốc điều hành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Lê Hoa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</a:defRPr>
            </a:pPr>
            <a:r>
              <a:t>CTO Giám đốc công nghệ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Vương Phương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</a:defRPr>
            </a:pPr>
            <a:r>
              <a:t>CPO Giám đốc sản phẩm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Triệu Cường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</a:defRPr>
            </a:pPr>
            <a:r>
              <a:t>CFO Giám đốc tài chính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Tĩnh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</a:defRPr>
            </a:pPr>
            <a:r>
              <a:t>COO Giám đốc vận hành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Lưu Vĩ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</a:defRPr>
            </a:pPr>
            <a:r>
              <a:t>CMO Giám đốc tiếp thị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