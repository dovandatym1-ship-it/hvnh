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A882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A882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7B2FB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E040F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E040F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Họ và tên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82FF"/>
                </a:solidFill>
              </a:defRPr>
            </a:pPr>
            <a:r>
              <a:t>Chức vụ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Thông tin giới thiệu cá nhân, có thể bao gồm nhiều dòng mô tả.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