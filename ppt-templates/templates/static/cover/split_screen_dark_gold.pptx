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FFD70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Bìa chia đôi màn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B48C5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