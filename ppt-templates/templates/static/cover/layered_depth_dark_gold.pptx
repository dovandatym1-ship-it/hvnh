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C9A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822960"/>
            <a:ext cx="8686800" cy="6172200"/>
          </a:xfrm>
          <a:prstGeom prst="roundRect">
            <a:avLst/>
          </a:prstGeom>
          <a:solidFill>
            <a:srgbClr val="B48C5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286000" y="1371600"/>
            <a:ext cx="7772400" cy="5623560"/>
          </a:xfrm>
          <a:prstGeom prst="roundRect">
            <a:avLst/>
          </a:prstGeom>
          <a:solidFill>
            <a:srgbClr val="284164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200400" y="1920240"/>
            <a:ext cx="6583680" cy="4937760"/>
          </a:xfrm>
          <a:prstGeom prst="roundRect">
            <a:avLst/>
          </a:prstGeom>
          <a:solidFill>
            <a:srgbClr val="325078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840480" y="2194560"/>
            <a:ext cx="5486400" cy="4114800"/>
          </a:xfrm>
          <a:prstGeom prst="roundRect">
            <a:avLst/>
          </a:prstGeom>
          <a:solidFill>
            <a:srgbClr val="3C5F8C">
              <a:alpha val="8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34640" y="2423160"/>
            <a:ext cx="3474720" cy="2011680"/>
          </a:xfrm>
          <a:prstGeom prst="roundRect">
            <a:avLst/>
          </a:prstGeom>
          <a:solidFill>
            <a:srgbClr val="1E3250">
              <a:alpha val="75000"/>
            </a:srgbClr>
          </a:solidFill>
          <a:ln w="1905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57200"/>
            <a:ext cx="109728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89520" y="6217920"/>
            <a:ext cx="1097280" cy="50800"/>
          </a:xfrm>
          <a:prstGeom prst="rect">
            <a:avLst/>
          </a:prstGeom>
          <a:solidFill>
            <a:srgbClr val="B48C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269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chiều sâu đa tầng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36118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Layered Depth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