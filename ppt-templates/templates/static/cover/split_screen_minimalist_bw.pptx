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C8C8C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33333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