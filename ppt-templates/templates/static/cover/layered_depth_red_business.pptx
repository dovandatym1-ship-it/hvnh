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E74C3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chiều sâu đa tầng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