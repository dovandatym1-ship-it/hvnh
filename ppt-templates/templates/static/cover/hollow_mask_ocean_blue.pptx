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31920" y="-1828800"/>
            <a:ext cx="5486400" cy="5486400"/>
          </a:xfrm>
          <a:prstGeom prst="ellipse">
            <a:avLst/>
          </a:prstGeom>
          <a:solidFill>
            <a:srgbClr val="90E0E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90E0EF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57400" y="2148840"/>
            <a:ext cx="5029200" cy="2560320"/>
          </a:xfrm>
          <a:prstGeom prst="round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234440" y="3108960"/>
            <a:ext cx="640080" cy="640080"/>
          </a:xfrm>
          <a:prstGeom prst="diamond">
            <a:avLst/>
          </a:prstGeom>
          <a:solidFill>
            <a:srgbClr val="90E0E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2514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Bìa mặt nạ chữ rỗng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520440"/>
            <a:ext cx="1828800" cy="254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Hollow Mask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