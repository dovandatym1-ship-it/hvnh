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822960"/>
            <a:ext cx="8686800" cy="6172200"/>
          </a:xfrm>
          <a:prstGeom prst="roundRect">
            <a:avLst/>
          </a:prstGeom>
          <a:solidFill>
            <a:srgbClr val="00B4D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1371600"/>
            <a:ext cx="7772400" cy="5623560"/>
          </a:xfrm>
          <a:prstGeom prst="roundRect">
            <a:avLst/>
          </a:prstGeom>
          <a:solidFill>
            <a:srgbClr val="2841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0" y="1920240"/>
            <a:ext cx="6583680" cy="4937760"/>
          </a:xfrm>
          <a:prstGeom prst="roundRect">
            <a:avLst/>
          </a:prstGeom>
          <a:solidFill>
            <a:srgbClr val="325078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0" y="2194560"/>
            <a:ext cx="5486400" cy="4114800"/>
          </a:xfrm>
          <a:prstGeom prst="roundRect">
            <a:avLst/>
          </a:prstGeom>
          <a:solidFill>
            <a:srgbClr val="3C5F8C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40" y="2423160"/>
            <a:ext cx="3474720" cy="2011680"/>
          </a:xfrm>
          <a:prstGeom prst="roundRect">
            <a:avLst/>
          </a:prstGeom>
          <a:solidFill>
            <a:srgbClr val="1E3250">
              <a:alpha val="75000"/>
            </a:srgbClr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57200"/>
            <a:ext cx="1097280" cy="508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6217920"/>
            <a:ext cx="109728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6974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Bìa chiều sâu đa tầng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611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C8"/>
                </a:solidFill>
              </a:defRPr>
            </a:pPr>
            <a:r>
              <a:t>Layered Depth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