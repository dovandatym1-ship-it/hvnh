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00B4D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Bìa chia đôi màn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00CC9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