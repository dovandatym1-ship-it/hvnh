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-1371600"/>
            <a:ext cx="4114800" cy="4114800"/>
          </a:xfrm>
          <a:prstGeom prst="ellipse">
            <a:avLst/>
          </a:prstGeom>
          <a:solidFill>
            <a:srgbClr val="FFD700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4526280"/>
            <a:ext cx="27432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Bìa chuyển sắc tối giản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00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Minimalist Gradient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