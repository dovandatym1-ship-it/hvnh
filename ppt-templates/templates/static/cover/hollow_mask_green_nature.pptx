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2D6A4F"/>
              </a:gs>
              <a:gs pos="100000">
                <a:srgbClr val="52B7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931920" y="-1828800"/>
            <a:ext cx="5486400" cy="5486400"/>
          </a:xfrm>
          <a:prstGeom prst="ellipse">
            <a:avLst/>
          </a:prstGeom>
          <a:solidFill>
            <a:srgbClr val="A8DAB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3657600"/>
            <a:ext cx="3657600" cy="3657600"/>
          </a:xfrm>
          <a:prstGeom prst="ellipse">
            <a:avLst/>
          </a:prstGeom>
          <a:solidFill>
            <a:srgbClr val="A8DAB5">
              <a:alpha val="7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057400" y="2148840"/>
            <a:ext cx="5029200" cy="2560320"/>
          </a:xfrm>
          <a:prstGeom prst="roundRect">
            <a:avLst/>
          </a:prstGeom>
          <a:solidFill>
            <a:srgbClr val="0000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234440" y="3108960"/>
            <a:ext cx="640080" cy="640080"/>
          </a:xfrm>
          <a:prstGeom prst="diamond">
            <a:avLst/>
          </a:prstGeom>
          <a:solidFill>
            <a:srgbClr val="A8DAB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25146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Bìa mặt nạ chữ rỗng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3520440"/>
            <a:ext cx="1828800" cy="25400"/>
          </a:xfrm>
          <a:prstGeom prst="rect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37947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C8C8"/>
                </a:solidFill>
              </a:defRPr>
            </a:pPr>
            <a:r>
              <a:t>Hollow Mask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