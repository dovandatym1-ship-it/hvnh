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A8DAB5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52B78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