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Điều hướng mục lục</a:t>
            </a:r>
          </a:p>
        </p:txBody>
      </p:sp>
      <p:sp>
        <p:nvSpPr>
          <p:cNvPr id="4" name="Oval 3"/>
          <p:cNvSpPr/>
          <p:nvPr/>
        </p:nvSpPr>
        <p:spPr>
          <a:xfrm>
            <a:off x="3474720" y="2560320"/>
            <a:ext cx="2194560" cy="2194560"/>
          </a:xfrm>
          <a:prstGeom prst="ellipse">
            <a:avLst/>
          </a:prstGeom>
          <a:gradFill rotWithShape="1">
            <a:gsLst>
              <a:gs pos="0">
                <a:srgbClr val="1565C0"/>
              </a:gs>
              <a:gs pos="100000">
                <a:srgbClr val="1976D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Điều hướng mục lục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3424788.159152163" y="1368682.4622502197"/>
            <a:ext cx="1147211.8408478368" cy="2288917.5377497803"/>
          </a:xfrm>
          <a:prstGeom prst="line">
            <a:avLst/>
          </a:prstGeom>
          <a:ln w="25400">
            <a:solidFill>
              <a:srgbClr val="2196F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059028" y="1002922"/>
            <a:ext cx="731520" cy="73152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59028" y="123152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788" y="109436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3333"/>
                </a:solidFill>
              </a:defRPr>
            </a:pPr>
            <a:r>
              <a:t>Tổng quan dự án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572000" y="1519626.633428581"/>
            <a:ext cx="1408654.814435131" cy="2137973.366571419"/>
          </a:xfrm>
          <a:prstGeom prst="line">
            <a:avLst/>
          </a:prstGeom>
          <a:ln w="25400">
            <a:solidFill>
              <a:srgbClr val="FF98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614894" y="1153866"/>
            <a:ext cx="731520" cy="7315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14894" y="138246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854" y="124530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Phân tích thị trường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3657600"/>
            <a:ext cx="2555866.6552829556" cy="150944.17117834697"/>
          </a:xfrm>
          <a:prstGeom prst="line">
            <a:avLst/>
          </a:prstGeom>
          <a:ln w="25400">
            <a:solidFill>
              <a:srgbClr val="4CAF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762106" y="3442784"/>
            <a:ext cx="731520" cy="7315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2106" y="3671384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5066" y="39457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Thiết kế sản phẩm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3657600"/>
            <a:ext cx="1147211.8408478294" cy="2288917.537749784"/>
          </a:xfrm>
          <a:prstGeom prst="line">
            <a:avLst/>
          </a:prstGeom>
          <a:ln w="25400">
            <a:solidFill>
              <a:srgbClr val="E91E6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353451" y="5580757"/>
            <a:ext cx="731520" cy="73152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3451" y="5809357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411" y="608367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Giải pháp kỹ thuật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163345.1855648924" y="3657600"/>
            <a:ext cx="1408654.8144351076" cy="2137973.366571434"/>
          </a:xfrm>
          <a:prstGeom prst="line">
            <a:avLst/>
          </a:prstGeom>
          <a:ln w="25400">
            <a:solidFill>
              <a:srgbClr val="9C27B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797585" y="5429813"/>
            <a:ext cx="731520" cy="73152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97585" y="5658413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345" y="593273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3333"/>
                </a:solidFill>
              </a:defRPr>
            </a:pPr>
            <a:r>
              <a:t>Kế hoạch vận hành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2016133.3447170453" y="3506655.8288216447"/>
            <a:ext cx="2555866.6552829547" cy="150944.17117835535"/>
          </a:xfrm>
          <a:prstGeom prst="line">
            <a:avLst/>
          </a:prstGeom>
          <a:ln w="25400">
            <a:solidFill>
              <a:srgbClr val="00BCD4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650373" y="3140895"/>
            <a:ext cx="731520" cy="73152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50373" y="3369495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-269866" y="323233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3333"/>
                </a:solidFill>
              </a:defRPr>
            </a:pPr>
            <a:r>
              <a:t>Kế hoạch tài chính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