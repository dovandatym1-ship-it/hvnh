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1A0A2E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 rot="0">
            <a:off x="6839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 rot="1800000">
            <a:off x="6533446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 rot="3600000">
            <a:off x="5696712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 rot="5400000">
            <a:off x="4553712" y="5349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 rot="7200000">
            <a:off x="3410713" y="5042974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 rot="9000000">
            <a:off x="2573978" y="4206239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 rot="10800000">
            <a:off x="2267712" y="3063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 rot="12600000">
            <a:off x="2573978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 rot="14400000">
            <a:off x="3410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 rot="16200000">
            <a:off x="4553712" y="777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 rot="18000000">
            <a:off x="5696712" y="1083506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 rot="19800000">
            <a:off x="6533446" y="1920240"/>
            <a:ext cx="36576" cy="731520"/>
          </a:xfrm>
          <a:prstGeom prst="rect">
            <a:avLst/>
          </a:prstGeom>
          <a:solidFill>
            <a:srgbClr val="E1BEE7">
              <a:alpha val="3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Diamond 14"/>
          <p:cNvSpPr/>
          <p:nvPr/>
        </p:nvSpPr>
        <p:spPr>
          <a:xfrm>
            <a:off x="2057400" y="1828800"/>
            <a:ext cx="457200" cy="457200"/>
          </a:xfrm>
          <a:prstGeom prst="diamond">
            <a:avLst/>
          </a:prstGeom>
          <a:gradFill rotWithShape="1">
            <a:gsLst>
              <a:gs pos="0">
                <a:srgbClr val="E040F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Diamond 15"/>
          <p:cNvSpPr/>
          <p:nvPr/>
        </p:nvSpPr>
        <p:spPr>
          <a:xfrm>
            <a:off x="1645920" y="3977640"/>
            <a:ext cx="365760" cy="365760"/>
          </a:xfrm>
          <a:prstGeom prst="diamond">
            <a:avLst/>
          </a:prstGeom>
          <a:gradFill rotWithShape="1">
            <a:gsLst>
              <a:gs pos="0">
                <a:srgbClr val="A882F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Diamond 16"/>
          <p:cNvSpPr/>
          <p:nvPr/>
        </p:nvSpPr>
        <p:spPr>
          <a:xfrm>
            <a:off x="6377940" y="1577340"/>
            <a:ext cx="411480" cy="41148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972300" y="41833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iamond 18"/>
          <p:cNvSpPr/>
          <p:nvPr/>
        </p:nvSpPr>
        <p:spPr>
          <a:xfrm>
            <a:off x="2674620" y="5006340"/>
            <a:ext cx="502920" cy="502920"/>
          </a:xfrm>
          <a:prstGeom prst="diamond">
            <a:avLst/>
          </a:prstGeom>
          <a:gradFill rotWithShape="1">
            <a:gsLst>
              <a:gs pos="0">
                <a:srgbClr val="E040F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iamond 19"/>
          <p:cNvSpPr/>
          <p:nvPr/>
        </p:nvSpPr>
        <p:spPr>
          <a:xfrm>
            <a:off x="5760720" y="5257800"/>
            <a:ext cx="365760" cy="365760"/>
          </a:xfrm>
          <a:prstGeom prst="diamond">
            <a:avLst/>
          </a:prstGeom>
          <a:gradFill rotWithShape="1">
            <a:gsLst>
              <a:gs pos="0">
                <a:srgbClr val="A882F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1874520" y="3017520"/>
            <a:ext cx="274320" cy="27432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iamond 21"/>
          <p:cNvSpPr/>
          <p:nvPr/>
        </p:nvSpPr>
        <p:spPr>
          <a:xfrm>
            <a:off x="7155180" y="281178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iamond 22"/>
          <p:cNvSpPr/>
          <p:nvPr/>
        </p:nvSpPr>
        <p:spPr>
          <a:xfrm>
            <a:off x="3520440" y="1463040"/>
            <a:ext cx="274320" cy="274320"/>
          </a:xfrm>
          <a:prstGeom prst="diamond">
            <a:avLst/>
          </a:prstGeom>
          <a:gradFill rotWithShape="1">
            <a:gsLst>
              <a:gs pos="0">
                <a:srgbClr val="A882F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iamond 23"/>
          <p:cNvSpPr/>
          <p:nvPr/>
        </p:nvSpPr>
        <p:spPr>
          <a:xfrm>
            <a:off x="6103620" y="2583180"/>
            <a:ext cx="228600" cy="228600"/>
          </a:xfrm>
          <a:prstGeom prst="diamond">
            <a:avLst/>
          </a:prstGeom>
          <a:gradFill rotWithShape="1">
            <a:gsLst>
              <a:gs pos="0">
                <a:srgbClr val="E040FB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iamond 24"/>
          <p:cNvSpPr/>
          <p:nvPr/>
        </p:nvSpPr>
        <p:spPr>
          <a:xfrm>
            <a:off x="3931920" y="5532120"/>
            <a:ext cx="365760" cy="365760"/>
          </a:xfrm>
          <a:prstGeom prst="diamond">
            <a:avLst/>
          </a:prstGeom>
          <a:gradFill rotWithShape="1">
            <a:gsLst>
              <a:gs pos="0">
                <a:srgbClr val="FFD54F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143500" y="1257300"/>
            <a:ext cx="320040" cy="32004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2D1B6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iamond 26"/>
          <p:cNvSpPr/>
          <p:nvPr/>
        </p:nvSpPr>
        <p:spPr>
          <a:xfrm>
            <a:off x="3108960" y="1965960"/>
            <a:ext cx="2926080" cy="2926080"/>
          </a:xfrm>
          <a:prstGeom prst="diamond">
            <a:avLst/>
          </a:prstGeom>
          <a:gradFill rotWithShape="1">
            <a:gsLst>
              <a:gs pos="0">
                <a:srgbClr val="7B2FBE"/>
              </a:gs>
              <a:gs pos="100000">
                <a:srgbClr val="E040FB"/>
              </a:gs>
            </a:gsLst>
            <a:lin scaled="0"/>
          </a:gradFill>
          <a:ln w="25400">
            <a:solidFill>
              <a:srgbClr val="FFD5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iamond 27"/>
          <p:cNvSpPr/>
          <p:nvPr/>
        </p:nvSpPr>
        <p:spPr>
          <a:xfrm>
            <a:off x="3474720" y="2331720"/>
            <a:ext cx="2194560" cy="2194560"/>
          </a:xfrm>
          <a:prstGeom prst="diamond">
            <a:avLst/>
          </a:prstGeom>
          <a:gradFill rotWithShape="1">
            <a:gsLst>
              <a:gs pos="0">
                <a:srgbClr val="E1BEE7"/>
              </a:gs>
              <a:gs pos="100000">
                <a:srgbClr val="7B2FBE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291840" y="306324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Bìa mở màn hình thoi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0" y="525780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E93D8"/>
                </a:solidFill>
                <a:latin typeface="Microsoft YaHei"/>
              </a:defRPr>
            </a:pPr>
            <a:r>
              <a:t>Diamond Reveal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0" y="5806440"/>
            <a:ext cx="2743200" cy="36576"/>
          </a:xfrm>
          <a:prstGeom prst="rect">
            <a:avLst/>
          </a:prstGeom>
          <a:gradFill rotWithShape="1">
            <a:gsLst>
              <a:gs pos="0">
                <a:srgbClr val="7B2FBE"/>
              </a:gs>
              <a:gs pos="100000">
                <a:srgbClr val="FFD54F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0"/>
                  </p:stCondLst>
                  <p:duration>400</p:duration>
                  <p:tgtEl>
                    <p:spTgt spid="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00"/>
                  </p:stCondLst>
                  <p:duration>500</p:duration>
                  <p:tgtEl>
                    <p:spTgt spid="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50"/>
                  </p:stCondLst>
                  <p:duration>500</p:duration>
                  <p:tgtEl>
                    <p:spTgt spid="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5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00"/>
                  </p:stCondLst>
                  <p:duration>500</p:duration>
                  <p:tgtEl>
                    <p:spTgt spid="5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6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250"/>
                  </p:stCondLst>
                  <p:duration>500</p:duration>
                  <p:tgtEl>
                    <p:spTgt spid="6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7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00"/>
                  </p:stCondLst>
                  <p:duration>500</p:duration>
                  <p:tgtEl>
                    <p:spTgt spid="7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350"/>
                  </p:stCondLst>
                  <p:duration>500</p:duration>
                  <p:tgtEl>
                    <p:spTgt spid="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00"/>
                  </p:stCondLst>
                  <p:duration>500</p:duration>
                  <p:tgtEl>
                    <p:spTgt spid="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450"/>
                  </p:stCondLst>
                  <p:duration>500</p:duration>
                  <p:tgtEl>
                    <p:spTgt spid="1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00"/>
                  </p:stCondLst>
                  <p:duration>500</p:duration>
                  <p:tgtEl>
                    <p:spTgt spid="11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2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550"/>
                  </p:stCondLst>
                  <p:duration>500</p:duration>
                  <p:tgtEl>
                    <p:spTgt spid="12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3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00"/>
                  </p:stCondLst>
                  <p:duration>500</p:duration>
                  <p:tgtEl>
                    <p:spTgt spid="13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14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650"/>
                  </p:stCondLst>
                  <p:duration>500</p:duration>
                  <p:tgtEl>
                    <p:spTgt spid="14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00"/>
                  </p:stCondLst>
                  <p:duration>500</p:duration>
                  <p:tgtEl>
                    <p:spTgt spid="1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280"/>
                  </p:stCondLst>
                  <p:duration>500</p:duration>
                  <p:tgtEl>
                    <p:spTgt spid="1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360"/>
                  </p:stCondLst>
                  <p:duration>500</p:duration>
                  <p:tgtEl>
                    <p:spTgt spid="1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440"/>
                  </p:stCondLst>
                  <p:duration>500</p:duration>
                  <p:tgtEl>
                    <p:spTgt spid="18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520"/>
                  </p:stCondLst>
                  <p:duration>500</p:duration>
                  <p:tgtEl>
                    <p:spTgt spid="19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00"/>
                  </p:stCondLst>
                  <p:duration>500</p:duration>
                  <p:tgtEl>
                    <p:spTgt spid="20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680"/>
                  </p:stCondLst>
                  <p:duration>500</p:duration>
                  <p:tgtEl>
                    <p:spTgt spid="21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760"/>
                  </p:stCondLst>
                  <p:duration>500</p:duration>
                  <p:tgtEl>
                    <p:spTgt spid="22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40"/>
                  </p:stCondLst>
                  <p:duration>500</p:duration>
                  <p:tgtEl>
                    <p:spTgt spid="23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920"/>
                  </p:stCondLst>
                  <p:duration>500</p:duration>
                  <p:tgtEl>
                    <p:spTgt spid="24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00"/>
                  </p:stCondLst>
                  <p:duration>500</p:duration>
                  <p:tgtEl>
                    <p:spTgt spid="25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1080"/>
                  </p:stCondLst>
                  <p:duration>500</p:duration>
                  <p:tgtEl>
                    <p:spTgt spid="26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anim effect="grow" calcmode="lin" valueType="num">
                <p:cBhvr>
                  <p:stCondLst>
                    <p:cond delay="800"/>
                  </p:stCondLst>
                  <p:duration>900</p:duration>
                  <p:tgtEl>
                    <p:spTgt spid="27"/>
                  </p:tgtEl>
                </p:cBhvr>
                <p:tavLst>
                  <p:tav pos="0">
                    <p:val>
                      <p:strVal val="0%"/>
                    </p:val>
                  </p:tav>
                  <p:tav pos="100000">
                    <p:val>
                      <p:strVal val="100%"/>
                    </p:val>
                  </p:tav>
                </p:tavLst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8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200"/>
                  </p:stCondLst>
                  <p:duration>600</p:duration>
                  <p:tgtEl>
                    <p:spTgt spid="28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29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400"/>
                  </p:stCondLst>
                  <p:duration>700</p:duration>
                  <p:tgtEl>
                    <p:spTgt spid="29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0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600"/>
                  </p:stCondLst>
                  <p:duration>700</p:duration>
                  <p:tgtEl>
                    <p:spTgt spid="30"/>
                  </p:tgtEl>
                </p:cBhvr>
              </p:anim>
            </p:childTnLst>
            <p:nodeType>clickEffect</p:nodeType>
          </p:seq>
        </p:childTnLst>
      </p:seq>
      <p:seq concurrent="1" nextAc="seek">
        <p:childTnLst>
          <p:seq concurrent="1" nextAc="seek">
            <p:childTnLst>
              <p:set>
                <p:cBhvr>
                  <p:stCondLst>
                    <p:cond delay="0"/>
                  </p:stCondLst>
                  <p:tgtEl>
                    <p:spTgt spid="31"/>
                  </p:tgtEl>
                </p:cBhvr>
                <p:attrNameLst>
                  <p:attrName>style.visibility</p:attrName>
                </p:attrNameLst>
              </p:set>
              <p:anim effect="fade" filter="in">
                <p:cBhvr>
                  <p:stCondLst>
                    <p:cond delay="1800"/>
                  </p:stCondLst>
                  <p:duration>500</p:duration>
                  <p:tgtEl>
                    <p:spTgt spid="31"/>
                  </p:tgtEl>
                </p:cBhvr>
              </p:anim>
            </p:childTnLst>
            <p:nodeType>clickEffect</p:nodeType>
          </p:seq>
        </p:childTnLst>
      </p:seq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