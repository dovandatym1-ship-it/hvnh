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B48C5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70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B48C5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70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70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B48C50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C9A96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Bìa mở màn hình thoi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