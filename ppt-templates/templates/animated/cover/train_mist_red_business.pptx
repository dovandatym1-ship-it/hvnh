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E74C3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E74C3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C0392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C039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C0392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C0392B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C0392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C0392B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C0392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