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90E0EF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0077B6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0077B6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0077B6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90E0E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0077B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00B4D8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Bìa chuyển cảnh vòng tròn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