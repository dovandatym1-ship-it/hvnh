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C9A96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C9A96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FFD7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FFD7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B48C5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B48C5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C9A96E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C9A96E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C9A96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C9A96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C9A96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C9A96E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C9A96E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C9A96E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C9A96E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C9A96E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B48C50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B48C50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B48C50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Bìa tàu xuyên sương mù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