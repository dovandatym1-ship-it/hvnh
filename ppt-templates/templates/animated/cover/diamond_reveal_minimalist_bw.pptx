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0A2E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0">
            <a:off x="6839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6533446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3600000">
            <a:off x="5696712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4553712" y="5349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7200000">
            <a:off x="3410713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9000000">
            <a:off x="2573978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00">
            <a:off x="2267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600000">
            <a:off x="2573978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4400000">
            <a:off x="3410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6200000">
            <a:off x="4553712" y="777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8000000">
            <a:off x="5696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9800000">
            <a:off x="6533446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2057400" y="1828800"/>
            <a:ext cx="457200" cy="457200"/>
          </a:xfrm>
          <a:prstGeom prst="diamond">
            <a:avLst/>
          </a:prstGeom>
          <a:gradFill rotWithShape="1">
            <a:gsLst>
              <a:gs pos="0">
                <a:srgbClr val="333333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1645920" y="3977640"/>
            <a:ext cx="365760" cy="365760"/>
          </a:xfrm>
          <a:prstGeom prst="diamond">
            <a:avLst/>
          </a:prstGeom>
          <a:gradFill rotWithShape="1">
            <a:gsLst>
              <a:gs pos="0">
                <a:srgbClr val="C8C8C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6377940" y="1577340"/>
            <a:ext cx="411480" cy="41148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972300" y="41833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2674620" y="5006340"/>
            <a:ext cx="502920" cy="502920"/>
          </a:xfrm>
          <a:prstGeom prst="diamond">
            <a:avLst/>
          </a:prstGeom>
          <a:gradFill rotWithShape="1">
            <a:gsLst>
              <a:gs pos="0">
                <a:srgbClr val="333333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5760720" y="5257800"/>
            <a:ext cx="365760" cy="365760"/>
          </a:xfrm>
          <a:prstGeom prst="diamond">
            <a:avLst/>
          </a:prstGeom>
          <a:gradFill rotWithShape="1">
            <a:gsLst>
              <a:gs pos="0">
                <a:srgbClr val="C8C8C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1874520" y="3017520"/>
            <a:ext cx="274320" cy="27432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7155180" y="28117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3520440" y="1463040"/>
            <a:ext cx="274320" cy="274320"/>
          </a:xfrm>
          <a:prstGeom prst="diamond">
            <a:avLst/>
          </a:prstGeom>
          <a:gradFill rotWithShape="1">
            <a:gsLst>
              <a:gs pos="0">
                <a:srgbClr val="C8C8C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6103620" y="2583180"/>
            <a:ext cx="228600" cy="228600"/>
          </a:xfrm>
          <a:prstGeom prst="diamond">
            <a:avLst/>
          </a:prstGeom>
          <a:gradFill rotWithShape="1">
            <a:gsLst>
              <a:gs pos="0">
                <a:srgbClr val="333333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3931920" y="5532120"/>
            <a:ext cx="365760" cy="36576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143500" y="125730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3108960" y="1965960"/>
            <a:ext cx="2926080" cy="2926080"/>
          </a:xfrm>
          <a:prstGeom prst="diamond">
            <a:avLst/>
          </a:prstGeom>
          <a:gradFill rotWithShape="1">
            <a:gsLst>
              <a:gs pos="0">
                <a:srgbClr val="000000"/>
              </a:gs>
              <a:gs pos="100000">
                <a:srgbClr val="333333"/>
              </a:gs>
            </a:gsLst>
            <a:lin scaled="0"/>
          </a:gra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3474720" y="2331720"/>
            <a:ext cx="2194560" cy="219456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0000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Bìa mở màn hình thoi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257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E93D8"/>
                </a:solidFill>
                <a:latin typeface="Microsoft YaHei"/>
              </a:defRPr>
            </a:pPr>
            <a:r>
              <a:t>Diamond Reveal Cover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5806440"/>
            <a:ext cx="2743200" cy="36576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FFD5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00"/>
                  </p:stCondLst>
                  <p:duration>500</p:duration>
                  <p:tgtEl>
                    <p:spTgt spid="1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80"/>
                  </p:stCondLst>
                  <p:duration>500</p:duration>
                  <p:tgtEl>
                    <p:spTgt spid="1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360"/>
                  </p:stCondLst>
                  <p:duration>500</p:duration>
                  <p:tgtEl>
                    <p:spTgt spid="1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440"/>
                  </p:stCondLst>
                  <p:duration>500</p:duration>
                  <p:tgtEl>
                    <p:spTgt spid="18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520"/>
                  </p:stCondLst>
                  <p:duration>500</p:duration>
                  <p:tgtEl>
                    <p:spTgt spid="19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00"/>
                  </p:stCondLst>
                  <p:duration>500</p:duration>
                  <p:tgtEl>
                    <p:spTgt spid="20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80"/>
                  </p:stCondLst>
                  <p:duration>500</p:duration>
                  <p:tgtEl>
                    <p:spTgt spid="21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760"/>
                  </p:stCondLst>
                  <p:duration>500</p:duration>
                  <p:tgtEl>
                    <p:spTgt spid="22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40"/>
                  </p:stCondLst>
                  <p:duration>500</p:duration>
                  <p:tgtEl>
                    <p:spTgt spid="2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920"/>
                  </p:stCondLst>
                  <p:duration>500</p:duration>
                  <p:tgtEl>
                    <p:spTgt spid="24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00"/>
                  </p:stCondLst>
                  <p:duration>500</p:duration>
                  <p:tgtEl>
                    <p:spTgt spid="2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80"/>
                  </p:stCondLst>
                  <p:duration>500</p:duration>
                  <p:tgtEl>
                    <p:spTgt spid="2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00"/>
                  </p:stCondLst>
                  <p:duration>900</p:duration>
                  <p:tgtEl>
                    <p:spTgt spid="2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600"/>
                  </p:stCondLst>
                  <p:duration>700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500</p:duration>
                  <p:tgtEl>
                    <p:spTgt spid="31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