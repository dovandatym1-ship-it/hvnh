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333333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874520" y="1097280"/>
            <a:ext cx="3200400" cy="3200400"/>
          </a:xfrm>
          <a:prstGeom prst="rect">
            <a:avLst/>
          </a:prstGeom>
          <a:gradFill rotWithShape="1">
            <a:gsLst>
              <a:gs pos="0">
                <a:srgbClr val="C8C8C8"/>
              </a:gs>
              <a:gs pos="100000">
                <a:srgbClr val="0000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200400" y="1143000"/>
            <a:ext cx="2743200" cy="274320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0000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-1200000">
            <a:off x="4206240" y="1600200"/>
            <a:ext cx="2560320" cy="2560320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0000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 rot="1800000">
            <a:off x="2697480" y="2834640"/>
            <a:ext cx="2286000" cy="2286000"/>
          </a:xfrm>
          <a:prstGeom prst="diamond">
            <a:avLst/>
          </a:prstGeom>
          <a:gradFill rotWithShape="1">
            <a:gsLst>
              <a:gs pos="0">
                <a:srgbClr val="C8C8C8"/>
              </a:gs>
              <a:gs pos="100000">
                <a:srgbClr val="0000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3657600" y="2697480"/>
            <a:ext cx="2926080" cy="2926080"/>
          </a:xfrm>
          <a:prstGeom prst="rect">
            <a:avLst/>
          </a:prstGeom>
          <a:gradFill rotWithShape="1">
            <a:gsLst>
              <a:gs pos="0">
                <a:srgbClr val="7986CB"/>
              </a:gs>
              <a:gs pos="100000">
                <a:srgbClr val="0000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3657600" y="2514600"/>
            <a:ext cx="1828800" cy="1828800"/>
          </a:xfrm>
          <a:prstGeom prst="diamond">
            <a:avLst/>
          </a:prstGeom>
          <a:gradFill rotWithShape="1">
            <a:gsLst>
              <a:gs pos="0">
                <a:srgbClr val="C5CAE9"/>
              </a:gs>
              <a:gs pos="100000">
                <a:srgbClr val="0000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-2100000">
            <a:off x="1920240" y="2606040"/>
            <a:ext cx="2011680" cy="2011680"/>
          </a:xfrm>
          <a:prstGeom prst="rect">
            <a:avLst/>
          </a:prstGeom>
          <a:gradFill rotWithShape="1">
            <a:gsLst>
              <a:gs pos="0">
                <a:srgbClr val="C8C8C8"/>
              </a:gs>
              <a:gs pos="100000">
                <a:srgbClr val="0000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 rot="3600000">
            <a:off x="5120640" y="2423160"/>
            <a:ext cx="1645920" cy="164592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0000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Bìa xoay hình học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5CAE9"/>
                </a:solidFill>
                <a:latin typeface="Microsoft YaHei"/>
              </a:defRPr>
            </a:pPr>
            <a:r>
              <a:t>Geometric Rotation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700"/>
                  </p:stCondLst>
                  <p:duration>700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900"/>
                  </p:stCondLst>
                  <p:duration>700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