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1A2E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743200"/>
            <a:ext cx="137160" cy="411480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92040" y="2743200"/>
            <a:ext cx="137160" cy="411480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0" y="2743200"/>
            <a:ext cx="109728" cy="4114800"/>
          </a:xfrm>
          <a:prstGeom prst="rect">
            <a:avLst/>
          </a:prstGeom>
          <a:solidFill>
            <a:srgbClr val="C8C8C8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59552" y="2743200"/>
            <a:ext cx="109728" cy="4114800"/>
          </a:xfrm>
          <a:prstGeom prst="rect">
            <a:avLst/>
          </a:prstGeom>
          <a:solidFill>
            <a:srgbClr val="C8C8C8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2743200"/>
            <a:ext cx="91440" cy="4114800"/>
          </a:xfrm>
          <a:prstGeom prst="rect">
            <a:avLst/>
          </a:prstGeom>
          <a:solidFill>
            <a:srgbClr val="33333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2743200"/>
            <a:ext cx="91440" cy="4114800"/>
          </a:xfrm>
          <a:prstGeom prst="rect">
            <a:avLst/>
          </a:prstGeom>
          <a:solidFill>
            <a:srgbClr val="33333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2743200"/>
            <a:ext cx="73152" cy="4114800"/>
          </a:xfrm>
          <a:prstGeom prst="rect">
            <a:avLst/>
          </a:prstGeom>
          <a:solidFill>
            <a:srgbClr val="0000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59168" y="2743200"/>
            <a:ext cx="73152" cy="4114800"/>
          </a:xfrm>
          <a:prstGeom prst="rect">
            <a:avLst/>
          </a:prstGeom>
          <a:solidFill>
            <a:srgbClr val="0000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3200400"/>
            <a:ext cx="548640" cy="54864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3611880"/>
            <a:ext cx="1005840" cy="54864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0" y="4023360"/>
            <a:ext cx="1463040" cy="54864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4434840"/>
            <a:ext cx="1920240" cy="54864"/>
          </a:xfrm>
          <a:prstGeom prst="rect">
            <a:avLst/>
          </a:prstGeom>
          <a:solidFill>
            <a:srgbClr val="0000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4846320"/>
            <a:ext cx="2377440" cy="54864"/>
          </a:xfrm>
          <a:prstGeom prst="rect">
            <a:avLst/>
          </a:prstGeom>
          <a:solidFill>
            <a:srgbClr val="000000">
              <a:alpha val="3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5257800"/>
            <a:ext cx="2834640" cy="54864"/>
          </a:xfrm>
          <a:prstGeom prst="rect">
            <a:avLst/>
          </a:prstGeom>
          <a:solidFill>
            <a:srgbClr val="000000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5669280"/>
            <a:ext cx="3291840" cy="54864"/>
          </a:xfrm>
          <a:prstGeom prst="rect">
            <a:avLst/>
          </a:prstGeom>
          <a:solidFill>
            <a:srgbClr val="000000">
              <a:alpha val="2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97481" y="6080760"/>
            <a:ext cx="3749039" cy="54864"/>
          </a:xfrm>
          <a:prstGeom prst="rect">
            <a:avLst/>
          </a:prstGeom>
          <a:solidFill>
            <a:srgbClr val="000000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gradFill rotWithShape="1">
            <a:gsLst>
              <a:gs pos="0">
                <a:srgbClr val="E0E0E0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097280"/>
            <a:ext cx="9144000" cy="1645920"/>
          </a:xfrm>
          <a:prstGeom prst="rect">
            <a:avLst/>
          </a:prstGeom>
          <a:gradFill rotWithShape="1">
            <a:gsLst>
              <a:gs pos="0">
                <a:srgbClr val="B0BEC5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286000"/>
            <a:ext cx="9144000" cy="1097280"/>
          </a:xfrm>
          <a:prstGeom prst="rect">
            <a:avLst/>
          </a:prstGeom>
          <a:gradFill rotWithShape="1">
            <a:gsLst>
              <a:gs pos="0">
                <a:srgbClr val="E0E0E0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9144000" cy="1828800"/>
          </a:xfrm>
          <a:prstGeom prst="rect">
            <a:avLst/>
          </a:prstGeom>
          <a:gradFill rotWithShape="1">
            <a:gsLst>
              <a:gs pos="0">
                <a:srgbClr val="B0BEC5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457200" y="3474720"/>
            <a:ext cx="3657600" cy="2286000"/>
          </a:xfrm>
          <a:prstGeom prst="triangle">
            <a:avLst/>
          </a:prstGeom>
          <a:gradFill rotWithShape="1">
            <a:gsLst>
              <a:gs pos="0">
                <a:srgbClr val="333333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3200400" y="3200400"/>
            <a:ext cx="3200400" cy="2560320"/>
          </a:xfrm>
          <a:prstGeom prst="triangle">
            <a:avLst/>
          </a:prstGeom>
          <a:gradFill rotWithShape="1">
            <a:gsLst>
              <a:gs pos="0">
                <a:srgbClr val="B0BEC5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>
            <a:off x="5943600" y="3383280"/>
            <a:ext cx="3200400" cy="2377440"/>
          </a:xfrm>
          <a:prstGeom prst="triangle">
            <a:avLst/>
          </a:prstGeom>
          <a:gradFill rotWithShape="1">
            <a:gsLst>
              <a:gs pos="0">
                <a:srgbClr val="333333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0" y="2560320"/>
            <a:ext cx="1463040" cy="13716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Bìa tàu xuyên sương mù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0175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EC5"/>
                </a:solidFill>
                <a:latin typeface="Microsoft YaHei"/>
              </a:defRPr>
            </a:pPr>
            <a:r>
              <a:t>Train Mist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400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100"/>
                  </p:stCondLst>
                  <p:duration>400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400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0"/>
                  </p:stCondLst>
                  <p:duration>600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800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0"/>
                  </p:stCondLst>
                  <p:duration>800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