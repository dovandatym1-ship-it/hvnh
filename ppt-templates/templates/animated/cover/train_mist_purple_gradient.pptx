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7B2FB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7B2FB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A882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A882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E040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E040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7B2FB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7B2FB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7B2F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7B2FB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7B2FB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7B2FBE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7B2FBE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7B2FBE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7B2FB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E040FB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E040FB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E040FB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Bìa tàu xuyên sương mù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