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gradFill rotWithShape="1">
            <a:gsLst>
              <a:gs pos="0">
                <a:srgbClr val="1A1A2E"/>
              </a:gs>
              <a:gs pos="100000">
                <a:srgbClr val="90E0EF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0" y="2743200"/>
            <a:ext cx="137160" cy="4114800"/>
          </a:xfrm>
          <a:prstGeom prst="rect">
            <a:avLst/>
          </a:prstGeom>
          <a:solidFill>
            <a:srgbClr val="0077B6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92040" y="2743200"/>
            <a:ext cx="137160" cy="4114800"/>
          </a:xfrm>
          <a:prstGeom prst="rect">
            <a:avLst/>
          </a:prstGeom>
          <a:solidFill>
            <a:srgbClr val="0077B6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474720" y="2743200"/>
            <a:ext cx="109728" cy="4114800"/>
          </a:xfrm>
          <a:prstGeom prst="rect">
            <a:avLst/>
          </a:prstGeom>
          <a:solidFill>
            <a:srgbClr val="90E0EF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559552" y="2743200"/>
            <a:ext cx="109728" cy="4114800"/>
          </a:xfrm>
          <a:prstGeom prst="rect">
            <a:avLst/>
          </a:prstGeom>
          <a:solidFill>
            <a:srgbClr val="90E0EF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0" y="2743200"/>
            <a:ext cx="91440" cy="4114800"/>
          </a:xfrm>
          <a:prstGeom prst="rect">
            <a:avLst/>
          </a:prstGeom>
          <a:solidFill>
            <a:srgbClr val="00B4D8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09360" y="2743200"/>
            <a:ext cx="91440" cy="4114800"/>
          </a:xfrm>
          <a:prstGeom prst="rect">
            <a:avLst/>
          </a:prstGeom>
          <a:solidFill>
            <a:srgbClr val="00B4D8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011680" y="2743200"/>
            <a:ext cx="73152" cy="4114800"/>
          </a:xfrm>
          <a:prstGeom prst="rect">
            <a:avLst/>
          </a:prstGeom>
          <a:solidFill>
            <a:srgbClr val="0077B6">
              <a:alpha val="44999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059168" y="2743200"/>
            <a:ext cx="73152" cy="4114800"/>
          </a:xfrm>
          <a:prstGeom prst="rect">
            <a:avLst/>
          </a:prstGeom>
          <a:solidFill>
            <a:srgbClr val="0077B6">
              <a:alpha val="44999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97680" y="3200400"/>
            <a:ext cx="548640" cy="54864"/>
          </a:xfrm>
          <a:prstGeom prst="rect">
            <a:avLst/>
          </a:prstGeom>
          <a:solidFill>
            <a:srgbClr val="0077B6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069080" y="3611880"/>
            <a:ext cx="1005840" cy="54864"/>
          </a:xfrm>
          <a:prstGeom prst="rect">
            <a:avLst/>
          </a:prstGeom>
          <a:solidFill>
            <a:srgbClr val="0077B6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840480" y="4023360"/>
            <a:ext cx="1463040" cy="54864"/>
          </a:xfrm>
          <a:prstGeom prst="rect">
            <a:avLst/>
          </a:prstGeom>
          <a:solidFill>
            <a:srgbClr val="0077B6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611880" y="4434840"/>
            <a:ext cx="1920240" cy="54864"/>
          </a:xfrm>
          <a:prstGeom prst="rect">
            <a:avLst/>
          </a:prstGeom>
          <a:solidFill>
            <a:srgbClr val="0077B6">
              <a:alpha val="44999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383280" y="4846320"/>
            <a:ext cx="2377440" cy="54864"/>
          </a:xfrm>
          <a:prstGeom prst="rect">
            <a:avLst/>
          </a:prstGeom>
          <a:solidFill>
            <a:srgbClr val="0077B6">
              <a:alpha val="39999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154680" y="5257800"/>
            <a:ext cx="2834640" cy="54864"/>
          </a:xfrm>
          <a:prstGeom prst="rect">
            <a:avLst/>
          </a:prstGeom>
          <a:solidFill>
            <a:srgbClr val="0077B6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926080" y="5669280"/>
            <a:ext cx="3291840" cy="54864"/>
          </a:xfrm>
          <a:prstGeom prst="rect">
            <a:avLst/>
          </a:prstGeom>
          <a:solidFill>
            <a:srgbClr val="0077B6">
              <a:alpha val="29999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697481" y="6080760"/>
            <a:ext cx="3749039" cy="54864"/>
          </a:xfrm>
          <a:prstGeom prst="rect">
            <a:avLst/>
          </a:prstGeom>
          <a:solidFill>
            <a:srgbClr val="0077B6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0"/>
            <a:ext cx="9144000" cy="1371600"/>
          </a:xfrm>
          <a:prstGeom prst="rect">
            <a:avLst/>
          </a:prstGeom>
          <a:gradFill rotWithShape="1">
            <a:gsLst>
              <a:gs pos="0">
                <a:srgbClr val="E0E0E0"/>
              </a:gs>
              <a:gs pos="100000">
                <a:srgbClr val="90E0EF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1097280"/>
            <a:ext cx="9144000" cy="1645920"/>
          </a:xfrm>
          <a:prstGeom prst="rect">
            <a:avLst/>
          </a:prstGeom>
          <a:gradFill rotWithShape="1">
            <a:gsLst>
              <a:gs pos="0">
                <a:srgbClr val="B0BEC5"/>
              </a:gs>
              <a:gs pos="100000">
                <a:srgbClr val="90E0EF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2286000"/>
            <a:ext cx="9144000" cy="1097280"/>
          </a:xfrm>
          <a:prstGeom prst="rect">
            <a:avLst/>
          </a:prstGeom>
          <a:gradFill rotWithShape="1">
            <a:gsLst>
              <a:gs pos="0">
                <a:srgbClr val="E0E0E0"/>
              </a:gs>
              <a:gs pos="100000">
                <a:srgbClr val="90E0EF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4572000"/>
            <a:ext cx="9144000" cy="1828800"/>
          </a:xfrm>
          <a:prstGeom prst="rect">
            <a:avLst/>
          </a:prstGeom>
          <a:gradFill rotWithShape="1">
            <a:gsLst>
              <a:gs pos="0">
                <a:srgbClr val="B0BEC5"/>
              </a:gs>
              <a:gs pos="100000">
                <a:srgbClr val="90E0EF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5486400"/>
            <a:ext cx="9144000" cy="1371600"/>
          </a:xfrm>
          <a:prstGeom prst="rect">
            <a:avLst/>
          </a:prstGeom>
          <a:gradFill rotWithShape="1">
            <a:gsLst>
              <a:gs pos="0">
                <a:srgbClr val="00B4D8"/>
              </a:gs>
              <a:gs pos="100000">
                <a:srgbClr val="90E0EF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Isosceles Triangle 23"/>
          <p:cNvSpPr/>
          <p:nvPr/>
        </p:nvSpPr>
        <p:spPr>
          <a:xfrm>
            <a:off x="457200" y="3474720"/>
            <a:ext cx="3657600" cy="2286000"/>
          </a:xfrm>
          <a:prstGeom prst="triangle">
            <a:avLst/>
          </a:prstGeom>
          <a:gradFill rotWithShape="1">
            <a:gsLst>
              <a:gs pos="0">
                <a:srgbClr val="00B4D8"/>
              </a:gs>
              <a:gs pos="100000">
                <a:srgbClr val="90E0EF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Isosceles Triangle 24"/>
          <p:cNvSpPr/>
          <p:nvPr/>
        </p:nvSpPr>
        <p:spPr>
          <a:xfrm>
            <a:off x="3200400" y="3200400"/>
            <a:ext cx="3200400" cy="2560320"/>
          </a:xfrm>
          <a:prstGeom prst="triangle">
            <a:avLst/>
          </a:prstGeom>
          <a:gradFill rotWithShape="1">
            <a:gsLst>
              <a:gs pos="0">
                <a:srgbClr val="B0BEC5"/>
              </a:gs>
              <a:gs pos="100000">
                <a:srgbClr val="90E0EF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Isosceles Triangle 25"/>
          <p:cNvSpPr/>
          <p:nvPr/>
        </p:nvSpPr>
        <p:spPr>
          <a:xfrm>
            <a:off x="5943600" y="3383280"/>
            <a:ext cx="3200400" cy="2377440"/>
          </a:xfrm>
          <a:prstGeom prst="triangle">
            <a:avLst/>
          </a:prstGeom>
          <a:gradFill rotWithShape="1">
            <a:gsLst>
              <a:gs pos="0">
                <a:srgbClr val="00B4D8"/>
              </a:gs>
              <a:gs pos="100000">
                <a:srgbClr val="90E0EF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840480" y="2560320"/>
            <a:ext cx="1463040" cy="13716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90E0EF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371600" y="2011680"/>
            <a:ext cx="6400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800" b="1">
                <a:solidFill>
                  <a:srgbClr val="FFFFFF"/>
                </a:solidFill>
                <a:latin typeface="Microsoft YaHei"/>
              </a:defRPr>
            </a:pPr>
            <a:r>
              <a:t>Bìa tàu xuyên sương mù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71600" y="301752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B0BEC5"/>
                </a:solidFill>
                <a:latin typeface="Microsoft YaHei"/>
              </a:defRPr>
            </a:pPr>
            <a:r>
              <a:t>Train Mist Cover</a:t>
            </a:r>
          </a:p>
        </p:txBody>
      </p:sp>
    </p:spTree>
  </p:cSld>
  <p:clrMapOvr>
    <a:masterClrMapping/>
  </p:clrMapOvr>
  <p:timing>
    <p:tnLst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2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0"/>
                  </p:stCondLst>
                  <p:duration>500</p:duration>
                  <p:tgtEl>
                    <p:spTgt spid="2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3"/>
                  </p:tgtEl>
                </p:cBhvr>
                <p:attrNameLst>
                  <p:attrName>style.visibility</p:attrName>
                </p:attrNameLst>
              </p:set>
              <p:anim effect="wipe" filter="in">
                <p:cBhvr>
                  <p:stCondLst>
                    <p:cond delay="300"/>
                  </p:stCondLst>
                  <p:duration>800</p:duration>
                  <p:tgtEl>
                    <p:spTgt spid="3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4"/>
                  </p:tgtEl>
                </p:cBhvr>
                <p:attrNameLst>
                  <p:attrName>style.visibility</p:attrName>
                </p:attrNameLst>
              </p:set>
              <p:anim effect="wipe" filter="in">
                <p:cBhvr>
                  <p:stCondLst>
                    <p:cond delay="400"/>
                  </p:stCondLst>
                  <p:duration>800</p:duration>
                  <p:tgtEl>
                    <p:spTgt spid="4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5"/>
                  </p:tgtEl>
                </p:cBhvr>
                <p:attrNameLst>
                  <p:attrName>style.visibility</p:attrName>
                </p:attrNameLst>
              </p:set>
              <p:anim effect="wipe" filter="in">
                <p:cBhvr>
                  <p:stCondLst>
                    <p:cond delay="300"/>
                  </p:stCondLst>
                  <p:duration>800</p:duration>
                  <p:tgtEl>
                    <p:spTgt spid="5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6"/>
                  </p:tgtEl>
                </p:cBhvr>
                <p:attrNameLst>
                  <p:attrName>style.visibility</p:attrName>
                </p:attrNameLst>
              </p:set>
              <p:anim effect="wipe" filter="in">
                <p:cBhvr>
                  <p:stCondLst>
                    <p:cond delay="400"/>
                  </p:stCondLst>
                  <p:duration>800</p:duration>
                  <p:tgtEl>
                    <p:spTgt spid="6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7"/>
                  </p:tgtEl>
                </p:cBhvr>
                <p:attrNameLst>
                  <p:attrName>style.visibility</p:attrName>
                </p:attrNameLst>
              </p:set>
              <p:anim effect="wipe" filter="in">
                <p:cBhvr>
                  <p:stCondLst>
                    <p:cond delay="300"/>
                  </p:stCondLst>
                  <p:duration>800</p:duration>
                  <p:tgtEl>
                    <p:spTgt spid="7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8"/>
                  </p:tgtEl>
                </p:cBhvr>
                <p:attrNameLst>
                  <p:attrName>style.visibility</p:attrName>
                </p:attrNameLst>
              </p:set>
              <p:anim effect="wipe" filter="in">
                <p:cBhvr>
                  <p:stCondLst>
                    <p:cond delay="400"/>
                  </p:stCondLst>
                  <p:duration>800</p:duration>
                  <p:tgtEl>
                    <p:spTgt spid="8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9"/>
                  </p:tgtEl>
                </p:cBhvr>
                <p:attrNameLst>
                  <p:attrName>style.visibility</p:attrName>
                </p:attrNameLst>
              </p:set>
              <p:anim effect="wipe" filter="in">
                <p:cBhvr>
                  <p:stCondLst>
                    <p:cond delay="300"/>
                  </p:stCondLst>
                  <p:duration>800</p:duration>
                  <p:tgtEl>
                    <p:spTgt spid="9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0"/>
                  </p:tgtEl>
                </p:cBhvr>
                <p:attrNameLst>
                  <p:attrName>style.visibility</p:attrName>
                </p:attrNameLst>
              </p:set>
              <p:anim effect="wipe" filter="in">
                <p:cBhvr>
                  <p:stCondLst>
                    <p:cond delay="400"/>
                  </p:stCondLst>
                  <p:duration>800</p:duration>
                  <p:tgtEl>
                    <p:spTgt spid="10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1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500"/>
                  </p:stCondLst>
                  <p:duration>400</p:duration>
                  <p:tgtEl>
                    <p:spTgt spid="11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2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600"/>
                  </p:stCondLst>
                  <p:duration>400</p:duration>
                  <p:tgtEl>
                    <p:spTgt spid="12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3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700"/>
                  </p:stCondLst>
                  <p:duration>400</p:duration>
                  <p:tgtEl>
                    <p:spTgt spid="13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4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800"/>
                  </p:stCondLst>
                  <p:duration>400</p:duration>
                  <p:tgtEl>
                    <p:spTgt spid="14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5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900"/>
                  </p:stCondLst>
                  <p:duration>400</p:duration>
                  <p:tgtEl>
                    <p:spTgt spid="15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6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000"/>
                  </p:stCondLst>
                  <p:duration>400</p:duration>
                  <p:tgtEl>
                    <p:spTgt spid="16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7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100"/>
                  </p:stCondLst>
                  <p:duration>400</p:duration>
                  <p:tgtEl>
                    <p:spTgt spid="17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8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200"/>
                  </p:stCondLst>
                  <p:duration>400</p:duration>
                  <p:tgtEl>
                    <p:spTgt spid="18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9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200"/>
                  </p:stCondLst>
                  <p:duration>600</p:duration>
                  <p:tgtEl>
                    <p:spTgt spid="19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20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200"/>
                  </p:stCondLst>
                  <p:duration>600</p:duration>
                  <p:tgtEl>
                    <p:spTgt spid="20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21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200"/>
                  </p:stCondLst>
                  <p:duration>600</p:duration>
                  <p:tgtEl>
                    <p:spTgt spid="21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22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200"/>
                  </p:stCondLst>
                  <p:duration>600</p:duration>
                  <p:tgtEl>
                    <p:spTgt spid="22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23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200"/>
                  </p:stCondLst>
                  <p:duration>600</p:duration>
                  <p:tgtEl>
                    <p:spTgt spid="23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24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00"/>
                  </p:stCondLst>
                  <p:duration>700</p:duration>
                  <p:tgtEl>
                    <p:spTgt spid="24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25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00"/>
                  </p:stCondLst>
                  <p:duration>700</p:duration>
                  <p:tgtEl>
                    <p:spTgt spid="25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26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00"/>
                  </p:stCondLst>
                  <p:duration>700</p:duration>
                  <p:tgtEl>
                    <p:spTgt spid="26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27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500"/>
                  </p:stCondLst>
                  <p:duration>600</p:duration>
                  <p:tgtEl>
                    <p:spTgt spid="27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28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800"/>
                  </p:stCondLst>
                  <p:duration>800</p:duration>
                  <p:tgtEl>
                    <p:spTgt spid="28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29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2000"/>
                  </p:stCondLst>
                  <p:duration>800</p:duration>
                  <p:tgtEl>
                    <p:spTgt spid="29"/>
                  </p:tgtEl>
                </p:cBhvr>
              </p:anim>
            </p:childTnLst>
            <p:nodeType>clickEffect</p:nodeType>
          </p:seq>
        </p:childTnLst>
      </p:seq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