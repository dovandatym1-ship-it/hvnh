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Lộ trình phát triển</a:t>
            </a:r>
          </a:p>
        </p:txBody>
      </p:sp>
      <p:sp>
        <p:nvSpPr>
          <p:cNvPr id="3" name="Oval 2"/>
          <p:cNvSpPr/>
          <p:nvPr/>
        </p:nvSpPr>
        <p:spPr>
          <a:xfrm>
            <a:off x="3886200" y="2734056"/>
            <a:ext cx="1005840" cy="10058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30998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3282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Thành lập công 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3236976"/>
            <a:ext cx="756592" cy="289093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670224" y="3050581"/>
            <a:ext cx="950976" cy="95097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5632" y="2639101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632" y="282198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Nghiên cứu sản phẩm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09898" y="3526069"/>
            <a:ext cx="135814" cy="1100259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61842" y="4178272"/>
            <a:ext cx="896112" cy="89611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9394" y="44891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9394" y="46720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Mở rộng thị trường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615162" y="4626328"/>
            <a:ext cx="1394736" cy="210833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194538" y="4416537"/>
            <a:ext cx="841248" cy="84124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938" y="4700001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2938" y="488288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Gọi vốn Vòng A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888981" y="3284476"/>
            <a:ext cx="726181" cy="1552685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95789" y="2891284"/>
            <a:ext cx="786384" cy="786384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8901" y="24798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8901" y="26626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Vươn ra quốc tế</a:t>
            </a:r>
          </a:p>
        </p:txBody>
      </p:sp>
      <p:sp>
        <p:nvSpPr>
          <p:cNvPr id="22" name="Oval 21"/>
          <p:cNvSpPr/>
          <p:nvPr/>
        </p:nvSpPr>
        <p:spPr>
          <a:xfrm>
            <a:off x="4279392" y="3662172"/>
            <a:ext cx="219456" cy="219456"/>
          </a:xfrm>
          <a:prstGeom prst="ellipse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